
<file path=[Content_Types].xml><?xml version="1.0" encoding="utf-8"?>
<ns0:Types xmlns:ns0="http://schemas.openxmlformats.org/package/2006/content-types">
  <ns0:Default Extension="jpeg" ContentType="image/jpe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slideLayouts/slideLayout14.xml" ContentType="application/vnd.openxmlformats-officedocument.presentationml.slideLayout+xml"/>
  <ns0:Override PartName="/ppt/slideLayouts/slideLayout15.xml" ContentType="application/vnd.openxmlformats-officedocument.presentationml.slideLayout+xml"/>
  <ns0:Override PartName="/ppt/slideLayouts/slideLayout16.xml" ContentType="application/vnd.openxmlformats-officedocument.presentationml.slideLayout+xml"/>
  <ns0:Override PartName="/ppt/theme/theme2.xml" ContentType="application/vnd.openxmlformats-officedocument.them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660" r:id="rId1"/>
  </p:sldMasterIdLst>
  <p:notesMasterIdLst>
    <p:notesMasterId r:id="rId6"/>
  </p:notesMasterIdLst>
  <p:sldIdLst>
    <p:sldId id="256" r:id="rId2"/>
    <p:sldId id="259" r:id="rId3"/>
    <p:sldId id="257" r:id="rId4"/>
    <p:sldId id="258" r:id="rId5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7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viewProps" Target="viewProps.xml" /><ns0:Relationship Id="rId3" Type="http://schemas.openxmlformats.org/officeDocument/2006/relationships/slide" Target="slides/slide2.xml" /><ns0:Relationship Id="rId7" Type="http://schemas.openxmlformats.org/officeDocument/2006/relationships/presProps" Target="presProps.xml" /><ns0:Relationship Id="rId2" Type="http://schemas.openxmlformats.org/officeDocument/2006/relationships/slide" Target="slides/slide1.xml" /><ns0:Relationship Id="rId1" Type="http://schemas.openxmlformats.org/officeDocument/2006/relationships/slideMaster" Target="slideMasters/slideMaster1.xml" /><ns0:Relationship Id="rId6" Type="http://schemas.openxmlformats.org/officeDocument/2006/relationships/notesMaster" Target="notesMasters/notesMaster1.xml" /><ns0:Relationship Id="rId5" Type="http://schemas.openxmlformats.org/officeDocument/2006/relationships/slide" Target="slides/slide4.xml" /><ns0:Relationship Id="rId10" Type="http://schemas.openxmlformats.org/officeDocument/2006/relationships/tableStyles" Target="tableStyles.xml" /><ns0:Relationship Id="rId4" Type="http://schemas.openxmlformats.org/officeDocument/2006/relationships/slide" Target="slides/slide3.xml" /><ns0:Relationship Id="rId9" Type="http://schemas.openxmlformats.org/officeDocument/2006/relationships/theme" Target="theme/theme1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07999C-8398-456F-9A67-239D101F0491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A6BED-5966-4783-9912-999804F8C5E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0463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0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0834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11040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24343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591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07863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9847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1552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95769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636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4616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615949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53213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950265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87488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02024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9844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gradFill>
          <a:gsLst>
            <a:gs pos="0">
              <a:schemeClr val="accent2">
                <a:lumMod val="20000"/>
                <a:lumOff val="8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grama de flujo: terminador 3">
            <a:extLst>
              <a:ext uri="{FF2B5EF4-FFF2-40B4-BE49-F238E27FC236}">
                <ns2:creationId id="{44BDE757-5BDA-D02B-EC72-7C6FB4FD0FEC}"/>
              </a:ext>
            </a:extLst>
          </p:cNvPr>
          <p:cNvSpPr/>
          <p:nvPr/>
        </p:nvSpPr>
        <p:spPr>
          <a:xfrm>
            <a:off x="2628900" y="812200"/>
            <a:ext cx="685800" cy="354330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dirty="0"/>
              <a:t>PROPUESTA INSTITUCIONAL</a:t>
            </a:r>
            <a:endParaRPr lang="es-MX" sz="1100" dirty="0"/>
          </a:p>
        </p:txBody>
      </p:sp>
      <p:sp>
        <p:nvSpPr>
          <p:cNvPr id="5" name="Diagrama de flujo: proceso 4">
            <a:extLst>
              <a:ext uri="{FF2B5EF4-FFF2-40B4-BE49-F238E27FC236}">
                <ns2:creationId id="{9B5B145A-FBE9-27C9-4DB7-785B29606DDF}"/>
              </a:ext>
            </a:extLst>
          </p:cNvPr>
          <p:cNvSpPr/>
          <p:nvPr/>
        </p:nvSpPr>
        <p:spPr>
          <a:xfrm>
            <a:off x="2571750" y="1509430"/>
            <a:ext cx="811530" cy="274320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dirty="0"/>
              <a:t>SISTEMA BIOMETRICO DE ASISTENCIAS</a:t>
            </a:r>
            <a:endParaRPr lang="es-MX" sz="1100" dirty="0"/>
          </a:p>
        </p:txBody>
      </p:sp>
      <p:sp>
        <p:nvSpPr>
          <p:cNvPr id="6" name="Diagrama de flujo: proceso 5">
            <a:extLst>
              <a:ext uri="{FF2B5EF4-FFF2-40B4-BE49-F238E27FC236}">
                <ns2:creationId id="{F5E6A926-575B-A0DD-4013-E889EEEC816D}"/>
              </a:ext>
            </a:extLst>
          </p:cNvPr>
          <p:cNvSpPr/>
          <p:nvPr/>
        </p:nvSpPr>
        <p:spPr>
          <a:xfrm>
            <a:off x="2023110" y="2353839"/>
            <a:ext cx="1914737" cy="437162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VERSION COMITE DIRECTIVO</a:t>
            </a:r>
            <a:endParaRPr lang="es-MX" sz="1200" dirty="0"/>
          </a:p>
        </p:txBody>
      </p:sp>
      <p:sp>
        <p:nvSpPr>
          <p:cNvPr id="7" name="Diagrama de flujo: datos 6">
            <a:extLst>
              <a:ext uri="{FF2B5EF4-FFF2-40B4-BE49-F238E27FC236}">
                <ns2:creationId id="{0093D32E-2C85-0FE9-D35B-BFE01F67C152}"/>
              </a:ext>
            </a:extLst>
          </p:cNvPr>
          <p:cNvSpPr/>
          <p:nvPr/>
        </p:nvSpPr>
        <p:spPr>
          <a:xfrm>
            <a:off x="2628900" y="2826702"/>
            <a:ext cx="3765804" cy="1320235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>
                <a:solidFill>
                  <a:schemeClr val="dk1"/>
                </a:solidFill>
              </a:rPr>
              <a:t>Dependencia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/>
              <a:t>(Espacio para logo y nombre oficial)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>
                <a:solidFill>
                  <a:schemeClr val="dk1"/>
                </a:solidFill>
              </a:rPr>
              <a:t>Paleta institucional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/>
              <a:t>Vino #9F2241  |  Oro #DDC9A3  |  Verde #235B4E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>
                <a:solidFill>
                  <a:schemeClr val="dk1"/>
                </a:solidFill>
              </a:rPr>
              <a:t>Fecha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/>
              <a:t>Marzo 2026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/>
              <a:t>Asunto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/>
              <a:t>Viabilidad de conversion a EXE y plan de implementacion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/>
              <a:t>Dirigido a</a:t>
            </a:r>
            <a:endParaRPr lang="es-MX" sz="800" dirty="0">
              <a:solidFill>
                <a:schemeClr val="dk1"/>
              </a:solidFill>
            </a:endParaRPr>
          </a:p>
        </p:txBody>
      </p:sp>
      <p:sp>
        <p:nvSpPr>
          <p:cNvPr id="8" name="Diagrama de flujo: proceso alternativo 7">
            <a:extLst>
              <a:ext uri="{FF2B5EF4-FFF2-40B4-BE49-F238E27FC236}">
                <ns2:creationId id="{E16B762A-27CD-CD23-47F8-F16F08BC5774}"/>
              </a:ext>
            </a:extLst>
          </p:cNvPr>
          <p:cNvSpPr/>
          <p:nvPr/>
        </p:nvSpPr>
        <p:spPr>
          <a:xfrm>
            <a:off x="3283091" y="4686970"/>
            <a:ext cx="1746109" cy="476250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dirty="0"/>
              <a:t>Comite Directivo</a:t>
            </a:r>
            <a:endParaRPr lang="es-MX" sz="1100" dirty="0"/>
          </a:p>
        </p:txBody>
      </p:sp>
      <p:cxnSp>
        <p:nvCxnSpPr>
          <p:cNvPr id="10" name="Conector recto de flecha 9">
            <a:extLst>
              <a:ext uri="{FF2B5EF4-FFF2-40B4-BE49-F238E27FC236}">
                <ns2:creationId id="{B9B6747B-0B5B-A63F-6BB5-CBF7AB43497F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2971800" y="1166530"/>
            <a:ext cx="5715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ns2:creationId id="{4E72537F-FB35-EDDA-9023-87B19103D4B0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2977515" y="1783750"/>
            <a:ext cx="2964" cy="570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ns2:creationId id="{4B42C5B8-A618-9817-3166-08660934BE0E}"/>
              </a:ext>
            </a:extLst>
          </p:cNvPr>
          <p:cNvCxnSpPr>
            <a:cxnSpLocks/>
            <a:stCxn id="7" idx="3"/>
            <a:endCxn id="8" idx="0"/>
          </p:cNvCxnSpPr>
          <p:nvPr/>
        </p:nvCxnSpPr>
        <p:spPr>
          <a:xfrm>
            <a:off x="4135222" y="4146937"/>
            <a:ext cx="20924" cy="5400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iagrama de flujo: decisión 14">
            <a:extLst>
              <a:ext uri="{FF2B5EF4-FFF2-40B4-BE49-F238E27FC236}">
                <ns2:creationId id="{A62DBDD5-5F3B-20A6-2C3F-B998FCB9C063}"/>
              </a:ext>
            </a:extLst>
          </p:cNvPr>
          <p:cNvSpPr/>
          <p:nvPr/>
        </p:nvSpPr>
        <p:spPr>
          <a:xfrm>
            <a:off x="5557266" y="4620295"/>
            <a:ext cx="672084" cy="605790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7" name="Conector recto de flecha 16">
            <a:extLst>
              <a:ext uri="{FF2B5EF4-FFF2-40B4-BE49-F238E27FC236}">
                <ns2:creationId id="{D20196E4-F5FB-F578-A654-E2750D7DFB6D}"/>
              </a:ext>
            </a:extLst>
          </p:cNvPr>
          <p:cNvCxnSpPr>
            <a:stCxn id="8" idx="3"/>
            <a:endCxn id="15" idx="1"/>
          </p:cNvCxnSpPr>
          <p:nvPr/>
        </p:nvCxnSpPr>
        <p:spPr>
          <a:xfrm flipV="1">
            <a:off x="5029200" y="4923190"/>
            <a:ext cx="528066" cy="19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iagrama de flujo: conector 17">
            <a:extLst>
              <a:ext uri="{FF2B5EF4-FFF2-40B4-BE49-F238E27FC236}">
                <ns2:creationId id="{ABCD3F39-2A8D-CDB4-E222-7DBA8C234C53}"/>
              </a:ext>
            </a:extLst>
          </p:cNvPr>
          <p:cNvSpPr/>
          <p:nvPr/>
        </p:nvSpPr>
        <p:spPr>
          <a:xfrm>
            <a:off x="6741019" y="4759360"/>
            <a:ext cx="448056" cy="32766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dirty="0"/>
              <a:t>si</a:t>
            </a:r>
            <a:endParaRPr lang="es-MX" sz="1100" dirty="0"/>
          </a:p>
        </p:txBody>
      </p:sp>
      <p:sp>
        <p:nvSpPr>
          <p:cNvPr id="19" name="Diagrama de flujo: conector 18">
            <a:extLst>
              <a:ext uri="{FF2B5EF4-FFF2-40B4-BE49-F238E27FC236}">
                <ns2:creationId id="{D92D4C01-F1D1-1065-3D97-6DA863E9CBB9}"/>
              </a:ext>
            </a:extLst>
          </p:cNvPr>
          <p:cNvSpPr/>
          <p:nvPr/>
        </p:nvSpPr>
        <p:spPr>
          <a:xfrm>
            <a:off x="5625846" y="6382914"/>
            <a:ext cx="528828" cy="34290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No</a:t>
            </a:r>
            <a:endParaRPr lang="es-MX" sz="900" dirty="0"/>
          </a:p>
        </p:txBody>
      </p:sp>
      <p:cxnSp>
        <p:nvCxnSpPr>
          <p:cNvPr id="21" name="Conector recto de flecha 20">
            <a:extLst>
              <a:ext uri="{FF2B5EF4-FFF2-40B4-BE49-F238E27FC236}">
                <ns2:creationId id="{CC717B9B-1D8A-A9B2-ABFC-DBCEC66EE96C}"/>
              </a:ext>
            </a:extLst>
          </p:cNvPr>
          <p:cNvCxnSpPr>
            <a:stCxn id="15" idx="2"/>
            <a:endCxn id="19" idx="0"/>
          </p:cNvCxnSpPr>
          <p:nvPr/>
        </p:nvCxnSpPr>
        <p:spPr>
          <a:xfrm flipH="1">
            <a:off x="5890260" y="5226085"/>
            <a:ext cx="3048" cy="1156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ns2:creationId id="{3EBEC6F0-746A-6122-B857-EB520D28B0AB}"/>
              </a:ext>
            </a:extLst>
          </p:cNvPr>
          <p:cNvCxnSpPr>
            <a:stCxn id="15" idx="3"/>
            <a:endCxn id="18" idx="2"/>
          </p:cNvCxnSpPr>
          <p:nvPr/>
        </p:nvCxnSpPr>
        <p:spPr>
          <a:xfrm>
            <a:off x="6229350" y="4923190"/>
            <a:ext cx="5116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iagrama de flujo: proceso 23">
            <a:extLst>
              <a:ext uri="{FF2B5EF4-FFF2-40B4-BE49-F238E27FC236}">
                <ns2:creationId id="{2CA88C78-A520-BD95-3928-C6C6CD169B6A}"/>
              </a:ext>
            </a:extLst>
          </p:cNvPr>
          <p:cNvSpPr/>
          <p:nvPr/>
        </p:nvSpPr>
        <p:spPr>
          <a:xfrm>
            <a:off x="7322438" y="2876479"/>
            <a:ext cx="1433689" cy="541020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000" dirty="0"/>
              <a:t>Aprobacion ejecutiva requerida</a:t>
            </a:r>
            <a:endParaRPr lang="es-MX" sz="1000" dirty="0"/>
          </a:p>
        </p:txBody>
      </p:sp>
      <p:sp>
        <p:nvSpPr>
          <p:cNvPr id="30" name="Diagrama de flujo: decisión 29">
            <a:extLst>
              <a:ext uri="{FF2B5EF4-FFF2-40B4-BE49-F238E27FC236}">
                <ns2:creationId id="{E5E5C3C1-F18E-4909-5D0B-21FEA4924E37}"/>
              </a:ext>
            </a:extLst>
          </p:cNvPr>
          <p:cNvSpPr/>
          <p:nvPr/>
        </p:nvSpPr>
        <p:spPr>
          <a:xfrm>
            <a:off x="7726481" y="3926628"/>
            <a:ext cx="625602" cy="708660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3" name="Conector: angular 32">
            <a:extLst>
              <a:ext uri="{FF2B5EF4-FFF2-40B4-BE49-F238E27FC236}">
                <ns2:creationId id="{585C2D54-1EAA-F894-8293-B3EA99FE0451}"/>
              </a:ext>
            </a:extLst>
          </p:cNvPr>
          <p:cNvCxnSpPr>
            <a:stCxn id="18" idx="0"/>
            <a:endCxn id="24" idx="1"/>
          </p:cNvCxnSpPr>
          <p:nvPr/>
        </p:nvCxnSpPr>
        <p:spPr>
          <a:xfrm rot="5400000" flipH="1" flipV="1">
            <a:off x="6337557" y="3774480"/>
            <a:ext cx="1612371" cy="35739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ns2:creationId id="{3333268F-0904-6B6D-77E2-E0C57DE9F597}"/>
              </a:ext>
            </a:extLst>
          </p:cNvPr>
          <p:cNvCxnSpPr>
            <a:stCxn id="24" idx="2"/>
            <a:endCxn id="30" idx="0"/>
          </p:cNvCxnSpPr>
          <p:nvPr/>
        </p:nvCxnSpPr>
        <p:spPr>
          <a:xfrm flipH="1">
            <a:off x="8039282" y="3417499"/>
            <a:ext cx="1" cy="509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Diagrama de flujo: conector 36">
            <a:extLst>
              <a:ext uri="{FF2B5EF4-FFF2-40B4-BE49-F238E27FC236}">
                <ns2:creationId id="{774B6AF2-28B4-58BB-0853-BC927EEB83F8}"/>
              </a:ext>
            </a:extLst>
          </p:cNvPr>
          <p:cNvSpPr/>
          <p:nvPr/>
        </p:nvSpPr>
        <p:spPr>
          <a:xfrm>
            <a:off x="7783631" y="5301368"/>
            <a:ext cx="528828" cy="34290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No</a:t>
            </a:r>
            <a:endParaRPr lang="es-MX" sz="900" dirty="0"/>
          </a:p>
        </p:txBody>
      </p:sp>
      <p:cxnSp>
        <p:nvCxnSpPr>
          <p:cNvPr id="39" name="Conector recto de flecha 38">
            <a:extLst>
              <a:ext uri="{FF2B5EF4-FFF2-40B4-BE49-F238E27FC236}">
                <ns2:creationId id="{24D357C5-7E71-ABF4-AAC9-B315985DBC18}"/>
              </a:ext>
            </a:extLst>
          </p:cNvPr>
          <p:cNvCxnSpPr>
            <a:stCxn id="30" idx="2"/>
            <a:endCxn id="37" idx="0"/>
          </p:cNvCxnSpPr>
          <p:nvPr/>
        </p:nvCxnSpPr>
        <p:spPr>
          <a:xfrm>
            <a:off x="8039282" y="4635288"/>
            <a:ext cx="8763" cy="666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Diagrama de flujo: conector 39">
            <a:extLst>
              <a:ext uri="{FF2B5EF4-FFF2-40B4-BE49-F238E27FC236}">
                <ns2:creationId id="{94547DE7-C29E-FF95-539E-805F42DCA8D2}"/>
              </a:ext>
            </a:extLst>
          </p:cNvPr>
          <p:cNvSpPr/>
          <p:nvPr/>
        </p:nvSpPr>
        <p:spPr>
          <a:xfrm>
            <a:off x="9042259" y="4117128"/>
            <a:ext cx="448056" cy="32766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dirty="0"/>
              <a:t>si</a:t>
            </a:r>
            <a:endParaRPr lang="es-MX" sz="1100" dirty="0"/>
          </a:p>
        </p:txBody>
      </p:sp>
      <p:cxnSp>
        <p:nvCxnSpPr>
          <p:cNvPr id="42" name="Conector recto de flecha 41">
            <a:extLst>
              <a:ext uri="{FF2B5EF4-FFF2-40B4-BE49-F238E27FC236}">
                <ns2:creationId id="{ABA02DA4-6263-5F9F-75E5-4A683A50C83F}"/>
              </a:ext>
            </a:extLst>
          </p:cNvPr>
          <p:cNvCxnSpPr>
            <a:stCxn id="30" idx="3"/>
            <a:endCxn id="40" idx="2"/>
          </p:cNvCxnSpPr>
          <p:nvPr/>
        </p:nvCxnSpPr>
        <p:spPr>
          <a:xfrm>
            <a:off x="8352083" y="4280958"/>
            <a:ext cx="6901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Diagrama de flujo: proceso 43">
            <a:extLst>
              <a:ext uri="{FF2B5EF4-FFF2-40B4-BE49-F238E27FC236}">
                <ns2:creationId id="{F8461031-D73A-9064-13CE-9EDED772A12F}"/>
              </a:ext>
            </a:extLst>
          </p:cNvPr>
          <p:cNvSpPr/>
          <p:nvPr/>
        </p:nvSpPr>
        <p:spPr>
          <a:xfrm>
            <a:off x="9875520" y="4077951"/>
            <a:ext cx="1219200" cy="457519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000" dirty="0"/>
              <a:t>Decision sobre inicio de fases 0 y 1</a:t>
            </a:r>
            <a:endParaRPr lang="es-MX" sz="1000" dirty="0"/>
          </a:p>
        </p:txBody>
      </p:sp>
      <p:cxnSp>
        <p:nvCxnSpPr>
          <p:cNvPr id="46" name="Conector recto de flecha 45">
            <a:extLst>
              <a:ext uri="{FF2B5EF4-FFF2-40B4-BE49-F238E27FC236}">
                <ns2:creationId id="{950F5809-8141-B6FE-4992-1C4F4A311072}"/>
              </a:ext>
            </a:extLst>
          </p:cNvPr>
          <p:cNvCxnSpPr>
            <a:cxnSpLocks/>
            <a:stCxn id="40" idx="6"/>
            <a:endCxn id="44" idx="1"/>
          </p:cNvCxnSpPr>
          <p:nvPr/>
        </p:nvCxnSpPr>
        <p:spPr>
          <a:xfrm>
            <a:off x="9490315" y="4280958"/>
            <a:ext cx="385205" cy="257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Diagrama de flujo: documento 47">
            <a:extLst>
              <a:ext uri="{FF2B5EF4-FFF2-40B4-BE49-F238E27FC236}">
                <ns2:creationId id="{78CE2929-E63B-9B76-048F-3712F2D33A40}"/>
              </a:ext>
            </a:extLst>
          </p:cNvPr>
          <p:cNvSpPr/>
          <p:nvPr/>
        </p:nvSpPr>
        <p:spPr>
          <a:xfrm>
            <a:off x="8697171" y="5034087"/>
            <a:ext cx="1694985" cy="884501"/>
          </a:xfrm>
          <a:prstGeom prst="flowChartDocumen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Documento base para autorizacion</a:t>
            </a:r>
            <a:endParaRPr lang="es-MX" sz="900" dirty="0"/>
          </a:p>
        </p:txBody>
      </p:sp>
      <p:cxnSp>
        <p:nvCxnSpPr>
          <p:cNvPr id="50" name="Conector recto de flecha 49">
            <a:extLst>
              <a:ext uri="{FF2B5EF4-FFF2-40B4-BE49-F238E27FC236}">
                <ns2:creationId id="{0EFD1E53-B5E2-2174-04A7-95DA2CF66676}"/>
              </a:ext>
            </a:extLst>
          </p:cNvPr>
          <p:cNvCxnSpPr>
            <a:stCxn id="37" idx="6"/>
            <a:endCxn id="48" idx="1"/>
          </p:cNvCxnSpPr>
          <p:nvPr/>
        </p:nvCxnSpPr>
        <p:spPr>
          <a:xfrm>
            <a:off x="8312459" y="5472818"/>
            <a:ext cx="384712" cy="3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Diagrama de flujo: terminador 51">
            <a:extLst>
              <a:ext uri="{FF2B5EF4-FFF2-40B4-BE49-F238E27FC236}">
                <ns2:creationId id="{068C24DC-51EC-DED4-AEB2-A92D5B57A705}"/>
              </a:ext>
            </a:extLst>
          </p:cNvPr>
          <p:cNvSpPr/>
          <p:nvPr/>
        </p:nvSpPr>
        <p:spPr>
          <a:xfrm>
            <a:off x="9242678" y="6417204"/>
            <a:ext cx="625602" cy="342900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FIN</a:t>
            </a:r>
            <a:endParaRPr lang="es-MX" sz="1200" dirty="0"/>
          </a:p>
        </p:txBody>
      </p:sp>
      <p:cxnSp>
        <p:nvCxnSpPr>
          <p:cNvPr id="54" name="Conector recto de flecha 53">
            <a:extLst>
              <a:ext uri="{FF2B5EF4-FFF2-40B4-BE49-F238E27FC236}">
                <ns2:creationId id="{BA975F0F-09A4-D96A-BD92-28E829A5ACE6}"/>
              </a:ext>
            </a:extLst>
          </p:cNvPr>
          <p:cNvCxnSpPr>
            <a:stCxn id="19" idx="6"/>
            <a:endCxn id="52" idx="1"/>
          </p:cNvCxnSpPr>
          <p:nvPr/>
        </p:nvCxnSpPr>
        <p:spPr>
          <a:xfrm>
            <a:off x="6154674" y="6554364"/>
            <a:ext cx="3088004" cy="342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ns2:creationId id="{DAD88701-E83B-4382-2E13-124061FFCF59}"/>
              </a:ext>
            </a:extLst>
          </p:cNvPr>
          <p:cNvCxnSpPr>
            <a:stCxn id="48" idx="2"/>
            <a:endCxn id="52" idx="0"/>
          </p:cNvCxnSpPr>
          <p:nvPr/>
        </p:nvCxnSpPr>
        <p:spPr>
          <a:xfrm>
            <a:off x="9544664" y="5860113"/>
            <a:ext cx="10815" cy="5570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ector: angular 57">
            <a:extLst>
              <a:ext uri="{FF2B5EF4-FFF2-40B4-BE49-F238E27FC236}">
                <ns2:creationId id="{47B6855B-E26F-08CD-BAD6-EDCA78F89E8F}"/>
              </a:ext>
            </a:extLst>
          </p:cNvPr>
          <p:cNvCxnSpPr>
            <a:cxnSpLocks/>
            <a:stCxn id="44" idx="3"/>
            <a:endCxn id="52" idx="3"/>
          </p:cNvCxnSpPr>
          <p:nvPr/>
        </p:nvCxnSpPr>
        <p:spPr>
          <a:xfrm flipH="1">
            <a:off x="9868280" y="4306711"/>
            <a:ext cx="1226440" cy="2281943"/>
          </a:xfrm>
          <a:prstGeom prst="bentConnector3">
            <a:avLst>
              <a:gd name="adj1" fmla="val -1863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ángulo: esquinas redondeadas 60">
            <a:extLst>
              <a:ext uri="{FF2B5EF4-FFF2-40B4-BE49-F238E27FC236}">
                <ns2:creationId id="{E347E955-7FEA-CF49-1824-5915648AF880}"/>
              </a:ext>
            </a:extLst>
          </p:cNvPr>
          <p:cNvSpPr/>
          <p:nvPr/>
        </p:nvSpPr>
        <p:spPr>
          <a:xfrm>
            <a:off x="91440" y="102870"/>
            <a:ext cx="11955780" cy="6796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/>
              <a:t>Portada Ejecutiva</a:t>
            </a:r>
            <a:endParaRPr lang="es-MX" sz="2800" dirty="0"/>
          </a:p>
        </p:txBody>
      </p:sp>
    </p:spTree>
    <p:extLst>
      <p:ext uri="{BB962C8B-B14F-4D97-AF65-F5344CB8AC3E}">
        <ns3:creationId val="4212546445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iagrama de flujo: conector 7">
            <a:extLst>
              <a:ext uri="{FF2B5EF4-FFF2-40B4-BE49-F238E27FC236}">
                <ns2:creationId id="{C5229A30-182E-658B-6803-FF6A87EE50DC}"/>
              </a:ext>
            </a:extLst>
          </p:cNvPr>
          <p:cNvSpPr/>
          <p:nvPr/>
        </p:nvSpPr>
        <p:spPr>
          <a:xfrm>
            <a:off x="7854156" y="156683"/>
            <a:ext cx="792480" cy="577213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RESUMEN EJECUTIVO</a:t>
            </a:r>
            <a:endParaRPr lang="es-MX" sz="900" dirty="0"/>
          </a:p>
        </p:txBody>
      </p:sp>
      <p:sp>
        <p:nvSpPr>
          <p:cNvPr id="10" name="Diagrama de flujo: proceso alternativo 9">
            <a:extLst>
              <a:ext uri="{FF2B5EF4-FFF2-40B4-BE49-F238E27FC236}">
                <ns2:creationId id="{4E1F53D3-A2D3-162D-13C1-C2A31C0B85EC}"/>
              </a:ext>
            </a:extLst>
          </p:cNvPr>
          <p:cNvSpPr/>
          <p:nvPr/>
        </p:nvSpPr>
        <p:spPr>
          <a:xfrm>
            <a:off x="7392591" y="1036310"/>
            <a:ext cx="1735455" cy="426720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INICIO</a:t>
            </a:r>
            <a:endParaRPr lang="es-MX" sz="900" dirty="0">
              <a:solidFill>
                <a:schemeClr val="dk1"/>
              </a:solidFill>
            </a:endParaRPr>
          </a:p>
        </p:txBody>
      </p:sp>
      <p:sp>
        <p:nvSpPr>
          <p:cNvPr id="11" name="Diagrama de flujo: decisión 10">
            <a:extLst>
              <a:ext uri="{FF2B5EF4-FFF2-40B4-BE49-F238E27FC236}">
                <ns2:creationId id="{47D0F19E-E803-2334-6364-E64DA7106CF3}"/>
              </a:ext>
            </a:extLst>
          </p:cNvPr>
          <p:cNvSpPr/>
          <p:nvPr/>
        </p:nvSpPr>
        <p:spPr>
          <a:xfrm>
            <a:off x="6807512" y="2001914"/>
            <a:ext cx="2905612" cy="1664740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Problema actual: dependencia tecnica por instalacion local</a:t>
            </a:r>
          </a:p>
          <a:p>
            <a:pPr algn="ctr"/>
            <a:r>
              <a:rPr lang="es-ES" sz="900" dirty="0"/>
              <a:t>Objetivo</a:t>
            </a:r>
            <a:r>
              <a:rPr lang="es-ES" sz="900" dirty="0">
                <a:solidFill>
                  <a:schemeClr val="dk1"/>
                </a:solidFill>
              </a:rPr>
              <a:t>Operar como aplicacion de escritorio con instalacion estandar</a:t>
            </a:r>
          </a:p>
          <a:p>
            <a:pPr algn="ctr"/>
            <a:r>
              <a:rPr lang="es-ES" sz="900" dirty="0"/>
              <a:t>Beneficios</a:t>
            </a:r>
            <a:endParaRPr lang="es-MX" sz="900" dirty="0">
              <a:solidFill>
                <a:schemeClr val="dk1"/>
              </a:solidFill>
            </a:endParaRPr>
          </a:p>
        </p:txBody>
      </p:sp>
      <p:cxnSp>
        <p:nvCxnSpPr>
          <p:cNvPr id="20" name="Conector recto de flecha 19">
            <a:extLst>
              <a:ext uri="{FF2B5EF4-FFF2-40B4-BE49-F238E27FC236}">
                <ns2:creationId id="{90A7185C-345F-1C44-9B9B-A13F9B3860C7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260318" y="1463030"/>
            <a:ext cx="1" cy="538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iagrama de flujo: proceso 20">
            <a:extLst>
              <a:ext uri="{FF2B5EF4-FFF2-40B4-BE49-F238E27FC236}">
                <ns2:creationId id="{A5468728-D836-41C7-ED02-F78E1D855F7E}"/>
              </a:ext>
            </a:extLst>
          </p:cNvPr>
          <p:cNvSpPr/>
          <p:nvPr/>
        </p:nvSpPr>
        <p:spPr>
          <a:xfrm>
            <a:off x="4933147" y="445290"/>
            <a:ext cx="1580996" cy="673448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Disponibilidad, control y menor friccion operativa</a:t>
            </a:r>
            <a:endParaRPr lang="es-MX" sz="900" dirty="0">
              <a:solidFill>
                <a:schemeClr val="dk1"/>
              </a:solidFill>
            </a:endParaRPr>
          </a:p>
        </p:txBody>
      </p:sp>
      <p:sp>
        <p:nvSpPr>
          <p:cNvPr id="22" name="Diagrama de flujo: decisión 21">
            <a:extLst>
              <a:ext uri="{FF2B5EF4-FFF2-40B4-BE49-F238E27FC236}">
                <ns2:creationId id="{25CF2C4F-1787-8397-9DCA-5D0999BC266F}"/>
              </a:ext>
            </a:extLst>
          </p:cNvPr>
          <p:cNvSpPr/>
          <p:nvPr/>
        </p:nvSpPr>
        <p:spPr>
          <a:xfrm>
            <a:off x="5121941" y="3003258"/>
            <a:ext cx="2353627" cy="939168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Resultado esperado</a:t>
            </a:r>
            <a:endParaRPr lang="es-MX" sz="900" dirty="0">
              <a:solidFill>
                <a:schemeClr val="dk1"/>
              </a:solidFill>
            </a:endParaRPr>
          </a:p>
        </p:txBody>
      </p:sp>
      <p:sp>
        <p:nvSpPr>
          <p:cNvPr id="34" name="Rectángulo: esquinas redondeadas 33">
            <a:extLst>
              <a:ext uri="{FF2B5EF4-FFF2-40B4-BE49-F238E27FC236}">
                <ns2:creationId id="{84BD15DE-8E91-851F-174C-1FD1AD0107FC}"/>
              </a:ext>
            </a:extLst>
          </p:cNvPr>
          <p:cNvSpPr/>
          <p:nvPr/>
        </p:nvSpPr>
        <p:spPr>
          <a:xfrm>
            <a:off x="1577209" y="6239198"/>
            <a:ext cx="468630" cy="43434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Plataforma estable para asistencia, retardos e incidencias</a:t>
            </a:r>
            <a:endParaRPr lang="es-MX" sz="900" dirty="0"/>
          </a:p>
        </p:txBody>
      </p:sp>
      <p:sp>
        <p:nvSpPr>
          <p:cNvPr id="39" name="Diagrama de flujo: proceso 38">
            <a:extLst>
              <a:ext uri="{FF2B5EF4-FFF2-40B4-BE49-F238E27FC236}">
                <ns2:creationId id="{F9F404E0-5902-2BB6-9A9E-C6314D1258E9}"/>
              </a:ext>
            </a:extLst>
          </p:cNvPr>
          <p:cNvSpPr/>
          <p:nvPr/>
        </p:nvSpPr>
        <p:spPr>
          <a:xfrm>
            <a:off x="5564501" y="4801738"/>
            <a:ext cx="1402080" cy="446724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Impacto RH</a:t>
            </a:r>
            <a:endParaRPr lang="es-MX" sz="900" dirty="0">
              <a:solidFill>
                <a:schemeClr val="dk1"/>
              </a:solidFill>
            </a:endParaRPr>
          </a:p>
        </p:txBody>
      </p:sp>
      <p:sp>
        <p:nvSpPr>
          <p:cNvPr id="40" name="Diagrama de flujo: proceso 39">
            <a:extLst>
              <a:ext uri="{FF2B5EF4-FFF2-40B4-BE49-F238E27FC236}">
                <ns2:creationId id="{D26FD511-5018-0BE2-EFDF-7576EB9730AA}"/>
              </a:ext>
            </a:extLst>
          </p:cNvPr>
          <p:cNvSpPr/>
          <p:nvPr/>
        </p:nvSpPr>
        <p:spPr>
          <a:xfrm>
            <a:off x="7854156" y="4816796"/>
            <a:ext cx="1402080" cy="454343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Mejor trazabilidad y cumplimiento normativo</a:t>
            </a:r>
            <a:endParaRPr lang="es-MX" sz="900" dirty="0">
              <a:solidFill>
                <a:schemeClr val="dk1"/>
              </a:solidFill>
            </a:endParaRPr>
          </a:p>
        </p:txBody>
      </p:sp>
      <p:cxnSp>
        <p:nvCxnSpPr>
          <p:cNvPr id="42" name="Conector recto de flecha 41">
            <a:extLst>
              <a:ext uri="{FF2B5EF4-FFF2-40B4-BE49-F238E27FC236}">
                <ns2:creationId id="{57012CCD-975B-3E8B-F1D7-6DFCF0D84916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>
            <a:off x="6966581" y="5025100"/>
            <a:ext cx="887575" cy="18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ns2:creationId id="{71C3865E-D29D-D431-F3F1-123BE1578AD5}"/>
              </a:ext>
            </a:extLst>
          </p:cNvPr>
          <p:cNvCxnSpPr>
            <a:stCxn id="22" idx="2"/>
            <a:endCxn id="39" idx="0"/>
          </p:cNvCxnSpPr>
          <p:nvPr/>
        </p:nvCxnSpPr>
        <p:spPr>
          <a:xfrm flipH="1">
            <a:off x="6265541" y="3942426"/>
            <a:ext cx="33214" cy="859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ns2:creationId id="{F9A1934E-0AAC-ACD2-AD06-3D3F716F6876}"/>
              </a:ext>
            </a:extLst>
          </p:cNvPr>
          <p:cNvSpPr txBox="1"/>
          <p:nvPr/>
        </p:nvSpPr>
        <p:spPr>
          <a:xfrm>
            <a:off x="5646643" y="1836650"/>
            <a:ext cx="443863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Impacto TI</a:t>
            </a:r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CuadroTexto 51">
            <a:extLst>
              <a:ext uri="{FF2B5EF4-FFF2-40B4-BE49-F238E27FC236}">
                <ns2:creationId id="{FCAD549A-079E-952E-EB25-39A768F8CA76}"/>
              </a:ext>
            </a:extLst>
          </p:cNvPr>
          <p:cNvSpPr txBox="1"/>
          <p:nvPr/>
        </p:nvSpPr>
        <p:spPr>
          <a:xfrm>
            <a:off x="6366182" y="1262366"/>
            <a:ext cx="46863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Despliegue repetible, soporte simplificado y auditoria</a:t>
            </a:r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8" name="Conector recto de flecha 57">
            <a:extLst>
              <a:ext uri="{FF2B5EF4-FFF2-40B4-BE49-F238E27FC236}">
                <ns2:creationId id="{D2F17C34-C906-F033-7502-A81259D5BF4E}"/>
              </a:ext>
            </a:extLst>
          </p:cNvPr>
          <p:cNvCxnSpPr>
            <a:stCxn id="8" idx="4"/>
            <a:endCxn id="10" idx="0"/>
          </p:cNvCxnSpPr>
          <p:nvPr/>
        </p:nvCxnSpPr>
        <p:spPr>
          <a:xfrm>
            <a:off x="8250396" y="733896"/>
            <a:ext cx="9923" cy="302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Diagrama de flujo: proceso 67">
            <a:extLst>
              <a:ext uri="{FF2B5EF4-FFF2-40B4-BE49-F238E27FC236}">
                <ns2:creationId id="{6DAF6137-DF2F-E6E9-C7A7-551E77C9E17C}"/>
              </a:ext>
            </a:extLst>
          </p:cNvPr>
          <p:cNvSpPr/>
          <p:nvPr/>
        </p:nvSpPr>
        <p:spPr>
          <a:xfrm>
            <a:off x="1209615" y="4900536"/>
            <a:ext cx="1219200" cy="1032904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Riesgo controlado</a:t>
            </a:r>
            <a:endParaRPr lang="es-MX" sz="900" dirty="0">
              <a:solidFill>
                <a:schemeClr val="dk1"/>
              </a:solidFill>
            </a:endParaRPr>
          </a:p>
        </p:txBody>
      </p:sp>
      <p:sp>
        <p:nvSpPr>
          <p:cNvPr id="77" name="CuadroTexto 76">
            <a:extLst>
              <a:ext uri="{FF2B5EF4-FFF2-40B4-BE49-F238E27FC236}">
                <ns2:creationId id="{55ADABE8-7BF2-87BA-31AB-12B0AF0068D9}"/>
              </a:ext>
            </a:extLst>
          </p:cNvPr>
          <p:cNvSpPr txBox="1"/>
          <p:nvPr/>
        </p:nvSpPr>
        <p:spPr>
          <a:xfrm>
            <a:off x="1690853" y="121677"/>
            <a:ext cx="3551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Implementacion por fases con piloto</a:t>
            </a:r>
            <a:endParaRPr lang="es-MX" dirty="0"/>
          </a:p>
        </p:txBody>
      </p:sp>
      <p:sp>
        <p:nvSpPr>
          <p:cNvPr id="2" name="Diagrama de flujo: decisión 1">
            <a:extLst>
              <a:ext uri="{FF2B5EF4-FFF2-40B4-BE49-F238E27FC236}">
                <ns2:creationId id="{2CEF57CF-C9BD-B01B-E0B5-93F3B198D1A0}"/>
              </a:ext>
            </a:extLst>
          </p:cNvPr>
          <p:cNvSpPr/>
          <p:nvPr/>
        </p:nvSpPr>
        <p:spPr>
          <a:xfrm>
            <a:off x="3224455" y="1318726"/>
            <a:ext cx="2192635" cy="1440184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Decision</a:t>
            </a:r>
            <a:endParaRPr lang="es-MX" sz="900" dirty="0"/>
          </a:p>
          <a:p>
            <a:pPr algn="ctr"/>
            <a:endParaRPr lang="es-MX" sz="900" dirty="0">
              <a:solidFill>
                <a:schemeClr val="dk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ns2:creationId id="{628145BA-78B2-7203-66D8-3C14F49DF13D}"/>
              </a:ext>
            </a:extLst>
          </p:cNvPr>
          <p:cNvSpPr txBox="1"/>
          <p:nvPr/>
        </p:nvSpPr>
        <p:spPr>
          <a:xfrm>
            <a:off x="2045839" y="1871821"/>
            <a:ext cx="322270" cy="2601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Aprobar arranque tecnico</a:t>
            </a:r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Conector: angular 29">
            <a:extLst>
              <a:ext uri="{FF2B5EF4-FFF2-40B4-BE49-F238E27FC236}">
                <ns2:creationId id="{13E3D310-E83E-EFE4-E100-3FA19D7B93C2}"/>
              </a:ext>
            </a:extLst>
          </p:cNvPr>
          <p:cNvCxnSpPr>
            <a:stCxn id="2" idx="3"/>
            <a:endCxn id="22" idx="0"/>
          </p:cNvCxnSpPr>
          <p:nvPr/>
        </p:nvCxnSpPr>
        <p:spPr>
          <a:xfrm>
            <a:off x="5417090" y="2038818"/>
            <a:ext cx="881665" cy="96444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: angular 44">
            <a:extLst>
              <a:ext uri="{FF2B5EF4-FFF2-40B4-BE49-F238E27FC236}">
                <ns2:creationId id="{808E3F41-F350-FFED-85E2-2C7D8F6F2B12}"/>
              </a:ext>
            </a:extLst>
          </p:cNvPr>
          <p:cNvCxnSpPr>
            <a:cxnSpLocks/>
            <a:stCxn id="21" idx="1"/>
            <a:endCxn id="2" idx="0"/>
          </p:cNvCxnSpPr>
          <p:nvPr/>
        </p:nvCxnSpPr>
        <p:spPr>
          <a:xfrm rot="10800000" flipV="1">
            <a:off x="4320773" y="782014"/>
            <a:ext cx="612374" cy="53671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ángulo 47">
            <a:extLst>
              <a:ext uri="{FF2B5EF4-FFF2-40B4-BE49-F238E27FC236}">
                <ns2:creationId id="{08412F4E-9838-5E75-6E82-F5BEE2B2946F}"/>
              </a:ext>
            </a:extLst>
          </p:cNvPr>
          <p:cNvSpPr/>
          <p:nvPr/>
        </p:nvSpPr>
        <p:spPr>
          <a:xfrm>
            <a:off x="1028324" y="3047861"/>
            <a:ext cx="1581781" cy="8518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900" dirty="0"/>
              <a:t>FIN</a:t>
            </a:r>
            <a:endParaRPr lang="es-MX" sz="900" dirty="0">
              <a:solidFill>
                <a:schemeClr val="dk1"/>
              </a:solidFill>
            </a:endParaRPr>
          </a:p>
          <a:p>
            <a:pPr algn="ctr"/>
            <a:r>
              <a:rPr lang="es-MX" sz="900" dirty="0">
                <a:solidFill>
                  <a:schemeClr val="dk1"/>
                </a:solidFill>
              </a:rPr>
              <a:t>Resumen para decision</a:t>
            </a:r>
          </a:p>
        </p:txBody>
      </p:sp>
      <p:cxnSp>
        <p:nvCxnSpPr>
          <p:cNvPr id="73" name="Conector: angular 72">
            <a:extLst>
              <a:ext uri="{FF2B5EF4-FFF2-40B4-BE49-F238E27FC236}">
                <ns2:creationId id="{49B7D48F-4509-AF51-1EB4-FBBE44E60B52}"/>
              </a:ext>
            </a:extLst>
          </p:cNvPr>
          <p:cNvCxnSpPr>
            <a:cxnSpLocks/>
            <a:stCxn id="11" idx="1"/>
            <a:endCxn id="21" idx="3"/>
          </p:cNvCxnSpPr>
          <p:nvPr/>
        </p:nvCxnSpPr>
        <p:spPr>
          <a:xfrm rot="10800000">
            <a:off x="6514144" y="782014"/>
            <a:ext cx="293369" cy="205227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: angular 79">
            <a:extLst>
              <a:ext uri="{FF2B5EF4-FFF2-40B4-BE49-F238E27FC236}">
                <ns2:creationId id="{42730F69-97F4-8308-00E6-FC4602B460C7}"/>
              </a:ext>
            </a:extLst>
          </p:cNvPr>
          <p:cNvCxnSpPr>
            <a:stCxn id="2" idx="1"/>
            <a:endCxn id="48" idx="0"/>
          </p:cNvCxnSpPr>
          <p:nvPr/>
        </p:nvCxnSpPr>
        <p:spPr>
          <a:xfrm rot="10800000" flipV="1">
            <a:off x="1819215" y="2038817"/>
            <a:ext cx="1405240" cy="1009043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de flecha 81">
            <a:extLst>
              <a:ext uri="{FF2B5EF4-FFF2-40B4-BE49-F238E27FC236}">
                <ns2:creationId id="{ACEDAE25-1327-1ED1-A263-C9D116E1EFB2}"/>
              </a:ext>
            </a:extLst>
          </p:cNvPr>
          <p:cNvCxnSpPr>
            <a:cxnSpLocks/>
            <a:stCxn id="48" idx="2"/>
            <a:endCxn id="68" idx="0"/>
          </p:cNvCxnSpPr>
          <p:nvPr/>
        </p:nvCxnSpPr>
        <p:spPr>
          <a:xfrm>
            <a:off x="1819215" y="3899715"/>
            <a:ext cx="0" cy="1000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CuadroTexto 83">
            <a:extLst>
              <a:ext uri="{FF2B5EF4-FFF2-40B4-BE49-F238E27FC236}">
                <ns2:creationId id="{A15832B1-847A-636C-FA27-03630F440069}"/>
              </a:ext>
            </a:extLst>
          </p:cNvPr>
          <p:cNvSpPr txBox="1"/>
          <p:nvPr/>
        </p:nvSpPr>
        <p:spPr>
          <a:xfrm>
            <a:off x="1667576" y="4227121"/>
            <a:ext cx="322270" cy="2601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CuadroTexto 86">
            <a:extLst>
              <a:ext uri="{FF2B5EF4-FFF2-40B4-BE49-F238E27FC236}">
                <ns2:creationId id="{BF5B009D-6F49-9961-6FFD-9C0DA61F62B3}"/>
              </a:ext>
            </a:extLst>
          </p:cNvPr>
          <p:cNvSpPr txBox="1"/>
          <p:nvPr/>
        </p:nvSpPr>
        <p:spPr>
          <a:xfrm>
            <a:off x="3137734" y="3217785"/>
            <a:ext cx="443863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1" name="Conector: angular 90">
            <a:extLst>
              <a:ext uri="{FF2B5EF4-FFF2-40B4-BE49-F238E27FC236}">
                <ns2:creationId id="{430DB97B-0897-C836-EC61-3FA696F1226C}"/>
              </a:ext>
            </a:extLst>
          </p:cNvPr>
          <p:cNvCxnSpPr>
            <a:cxnSpLocks/>
            <a:stCxn id="48" idx="3"/>
            <a:endCxn id="22" idx="1"/>
          </p:cNvCxnSpPr>
          <p:nvPr/>
        </p:nvCxnSpPr>
        <p:spPr>
          <a:xfrm flipV="1">
            <a:off x="2610105" y="3472842"/>
            <a:ext cx="2511836" cy="94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: angular 92">
            <a:extLst>
              <a:ext uri="{FF2B5EF4-FFF2-40B4-BE49-F238E27FC236}">
                <ns2:creationId id="{42A83C70-6557-997A-ECE8-87CC30D52072}"/>
              </a:ext>
            </a:extLst>
          </p:cNvPr>
          <p:cNvCxnSpPr>
            <a:cxnSpLocks/>
            <a:stCxn id="68" idx="2"/>
            <a:endCxn id="34" idx="0"/>
          </p:cNvCxnSpPr>
          <p:nvPr/>
        </p:nvCxnSpPr>
        <p:spPr>
          <a:xfrm rot="5400000">
            <a:off x="1662491" y="6082474"/>
            <a:ext cx="305758" cy="76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: angular 105">
            <a:extLst>
              <a:ext uri="{FF2B5EF4-FFF2-40B4-BE49-F238E27FC236}">
                <ns2:creationId id="{2F17BEA5-36AA-015A-EFD9-AC4F49365D71}"/>
              </a:ext>
            </a:extLst>
          </p:cNvPr>
          <p:cNvCxnSpPr>
            <a:stCxn id="11" idx="3"/>
            <a:endCxn id="34" idx="3"/>
          </p:cNvCxnSpPr>
          <p:nvPr/>
        </p:nvCxnSpPr>
        <p:spPr>
          <a:xfrm flipH="1">
            <a:off x="2045839" y="2834284"/>
            <a:ext cx="7667285" cy="3622084"/>
          </a:xfrm>
          <a:prstGeom prst="bentConnector3">
            <a:avLst>
              <a:gd name="adj1" fmla="val -298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CuadroTexto 108">
            <a:extLst>
              <a:ext uri="{FF2B5EF4-FFF2-40B4-BE49-F238E27FC236}">
                <ns2:creationId id="{D5D5B900-3D4D-05DA-6418-DC4A4FC1669C}"/>
              </a:ext>
            </a:extLst>
          </p:cNvPr>
          <p:cNvSpPr txBox="1"/>
          <p:nvPr/>
        </p:nvSpPr>
        <p:spPr>
          <a:xfrm>
            <a:off x="9981628" y="3228339"/>
            <a:ext cx="4526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ns3:creationId val="614698108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ns2:creationId id="{92CD1259-BAC4-247B-F296-5BC6BE87C1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762681560"/>
              </p:ext>
            </p:extLst>
          </p:nvPr>
        </p:nvGraphicFramePr>
        <p:xfrm>
          <a:off x="731520" y="228600"/>
          <a:ext cx="10229850" cy="5590467"/>
        </p:xfrm>
        <a:graphic>
          <a:graphicData uri="http://schemas.openxmlformats.org/drawingml/2006/table">
            <a:tbl>
              <a:tblPr/>
              <a:tblGrid>
                <a:gridCol w="10229850">
                  <a:extLst>
                    <a:ext uri="{9D8B030D-6E8A-4147-A177-3AD203B41FA5}">
                      <ns2:colId val="702677589"/>
                    </a:ext>
                  </a:extLst>
                </a:gridCol>
              </a:tblGrid>
              <a:tr h="4739178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ARQUITECTURA DE REFERENCIA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Inicio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Capa cliente: interfaz local institucional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Capa app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Runtime PHP embebido + servicios internos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Capa datos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Base local/central con politicas TI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Capa de integracion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Importacion DAT y mapeo por zkteco_id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Seguridad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Roles, permisos, auditoria y cifrado de configuracion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Operacion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Backups automáticos y restauracion guiada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Gobierno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Trazabilidad por usuario y fecha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Disponibilidad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Monitoreo operativo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Cierre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Arquitectura mantenible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FIN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Modelo tecnico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/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/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/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/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/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/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/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643" marR="42643" marT="21322" marB="21322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ns2:rowId val="974183744"/>
                  </a:ext>
                </a:extLst>
              </a:tr>
              <a:tr h="213823">
                <a:tc>
                  <a:txBody>
                    <a:bodyPr/>
                    <a:lstStyle/>
                    <a:p>
                      <a:endParaRPr lang="es-MX" sz="800" dirty="0"/>
                    </a:p>
                  </a:txBody>
                  <a:tcPr marL="42643" marR="42643" marT="21322" marB="21322"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ns2:rowId val="3398234549"/>
                  </a:ext>
                </a:extLst>
              </a:tr>
            </a:tbl>
          </a:graphicData>
        </a:graphic>
      </p:graphicFrame>
    </p:spTree>
    <p:extLst>
      <p:ext uri="{BB962C8B-B14F-4D97-AF65-F5344CB8AC3E}">
        <ns3:creationId val="265459038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upo 84">
            <a:extLst>
              <a:ext uri="{FF2B5EF4-FFF2-40B4-BE49-F238E27FC236}">
                <ns2:creationId id="{2F936E69-580C-75FC-7AFC-BE08B87B5051}"/>
              </a:ext>
            </a:extLst>
          </p:cNvPr>
          <p:cNvGrpSpPr/>
          <p:nvPr/>
        </p:nvGrpSpPr>
        <p:grpSpPr>
          <a:xfrm>
            <a:off x="1670692" y="607693"/>
            <a:ext cx="2583180" cy="5577840"/>
            <a:chOff x="2211712" y="358140"/>
            <a:chExt cx="2583180" cy="5577840"/>
          </a:xfrm>
        </p:grpSpPr>
        <p:sp>
          <p:nvSpPr>
            <p:cNvPr id="4" name="Diagrama de flujo: terminador 3">
              <a:extLst>
                <a:ext uri="{FF2B5EF4-FFF2-40B4-BE49-F238E27FC236}">
                  <ns2:creationId id="{CBFCBC75-4E92-53EB-8401-4177B8C72143}"/>
                </a:ext>
              </a:extLst>
            </p:cNvPr>
            <p:cNvSpPr/>
            <p:nvPr/>
          </p:nvSpPr>
          <p:spPr>
            <a:xfrm>
              <a:off x="3154687" y="358140"/>
              <a:ext cx="685800" cy="365760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CRITERIOS FUNCIONALES APROBADOS</a:t>
              </a:r>
              <a:endParaRPr lang="es-MX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ectángulo 4">
              <a:extLst>
                <a:ext uri="{FF2B5EF4-FFF2-40B4-BE49-F238E27FC236}">
                  <ns2:creationId id="{A0A8EE27-B307-EADC-8243-014E61FF0EB9}"/>
                </a:ext>
              </a:extLst>
            </p:cNvPr>
            <p:cNvSpPr/>
            <p:nvPr/>
          </p:nvSpPr>
          <p:spPr>
            <a:xfrm>
              <a:off x="3040386" y="1158240"/>
              <a:ext cx="902969" cy="36576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INICIO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Diagrama de flujo: proceso 5">
              <a:extLst>
                <a:ext uri="{FF2B5EF4-FFF2-40B4-BE49-F238E27FC236}">
                  <ns2:creationId id="{BA4C81AD-B3C7-DEE8-7CF6-9B285F887087}"/>
                </a:ext>
              </a:extLst>
            </p:cNvPr>
            <p:cNvSpPr/>
            <p:nvPr/>
          </p:nvSpPr>
          <p:spPr>
            <a:xfrm>
              <a:off x="2211712" y="2245995"/>
              <a:ext cx="2583180" cy="982980"/>
            </a:xfrm>
            <a:prstGeom prst="flowChart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Clasificacion de retardos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" name="Conector recto de flecha 7">
              <a:extLst>
                <a:ext uri="{FF2B5EF4-FFF2-40B4-BE49-F238E27FC236}">
                  <ns2:creationId id="{EC8D2B44-318A-364B-30A7-330AE406CD2C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flipH="1">
              <a:off x="3491871" y="723900"/>
              <a:ext cx="5716" cy="4343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de flecha 9">
              <a:extLst>
                <a:ext uri="{FF2B5EF4-FFF2-40B4-BE49-F238E27FC236}">
                  <ns2:creationId id="{87B90BC5-BFA5-BC2A-342B-647C119B2A46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3491871" y="1524000"/>
              <a:ext cx="11431" cy="7219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Diagrama de flujo: proceso alternativo 10">
              <a:extLst>
                <a:ext uri="{FF2B5EF4-FFF2-40B4-BE49-F238E27FC236}">
                  <ns2:creationId id="{1CBA0486-80A5-414B-F16E-6766102A5BC5}"/>
                </a:ext>
              </a:extLst>
            </p:cNvPr>
            <p:cNvSpPr/>
            <p:nvPr/>
          </p:nvSpPr>
          <p:spPr>
            <a:xfrm>
              <a:off x="2394592" y="3741421"/>
              <a:ext cx="2217420" cy="1303019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Tolerancia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Conector recto de flecha 12">
              <a:extLst>
                <a:ext uri="{FF2B5EF4-FFF2-40B4-BE49-F238E27FC236}">
                  <ns2:creationId id="{41A71C6E-8DAA-4691-3DF4-DD73EBDA64A9}"/>
                </a:ext>
              </a:extLst>
            </p:cNvPr>
            <p:cNvCxnSpPr>
              <a:cxnSpLocks/>
              <a:stCxn id="6" idx="2"/>
              <a:endCxn id="11" idx="0"/>
            </p:cNvCxnSpPr>
            <p:nvPr/>
          </p:nvCxnSpPr>
          <p:spPr>
            <a:xfrm>
              <a:off x="3503302" y="3228975"/>
              <a:ext cx="0" cy="5124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iagrama de flujo: terminador 15">
              <a:extLst>
                <a:ext uri="{FF2B5EF4-FFF2-40B4-BE49-F238E27FC236}">
                  <ns2:creationId id="{7E0B2BE1-8F52-4FFA-FBDB-4CB7212522DD}"/>
                </a:ext>
              </a:extLst>
            </p:cNvPr>
            <p:cNvSpPr/>
            <p:nvPr/>
          </p:nvSpPr>
          <p:spPr>
            <a:xfrm>
              <a:off x="3154687" y="5598795"/>
              <a:ext cx="697230" cy="337185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0 a 10 minutos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ns2:creationId id="{E22FDB87-1DD1-FF16-B7F1-33251AAB1727}"/>
                </a:ext>
              </a:extLst>
            </p:cNvPr>
            <p:cNvCxnSpPr>
              <a:stCxn id="11" idx="2"/>
              <a:endCxn id="16" idx="0"/>
            </p:cNvCxnSpPr>
            <p:nvPr/>
          </p:nvCxnSpPr>
          <p:spPr>
            <a:xfrm>
              <a:off x="3503302" y="5044440"/>
              <a:ext cx="0" cy="5543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upo 83">
            <a:extLst>
              <a:ext uri="{FF2B5EF4-FFF2-40B4-BE49-F238E27FC236}">
                <ns2:creationId id="{1845E027-3BAF-EC8C-E6AF-23D5D25D2F4F}"/>
              </a:ext>
            </a:extLst>
          </p:cNvPr>
          <p:cNvGrpSpPr/>
          <p:nvPr/>
        </p:nvGrpSpPr>
        <p:grpSpPr>
          <a:xfrm>
            <a:off x="6002660" y="85725"/>
            <a:ext cx="5604504" cy="6640834"/>
            <a:chOff x="6002660" y="85725"/>
            <a:chExt cx="5604504" cy="6640834"/>
          </a:xfrm>
        </p:grpSpPr>
        <p:sp>
          <p:nvSpPr>
            <p:cNvPr id="21" name="Diagrama de flujo: terminador 20">
              <a:extLst>
                <a:ext uri="{FF2B5EF4-FFF2-40B4-BE49-F238E27FC236}">
                  <ns2:creationId id="{E50F56E5-0F13-ED73-115B-23C48783AB66}"/>
                </a:ext>
              </a:extLst>
            </p:cNvPr>
            <p:cNvSpPr/>
            <p:nvPr/>
          </p:nvSpPr>
          <p:spPr>
            <a:xfrm>
              <a:off x="8359145" y="116205"/>
              <a:ext cx="910590" cy="434340"/>
            </a:xfrm>
            <a:prstGeom prst="flowChartTermina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Retardo menor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Diagrama de flujo: proceso alternativo 21">
              <a:extLst>
                <a:ext uri="{FF2B5EF4-FFF2-40B4-BE49-F238E27FC236}">
                  <ns2:creationId id="{77B92DC6-80BA-4FCE-82E9-A6DB0CC73AE3}"/>
                </a:ext>
              </a:extLst>
            </p:cNvPr>
            <p:cNvSpPr/>
            <p:nvPr/>
          </p:nvSpPr>
          <p:spPr>
            <a:xfrm>
              <a:off x="7587620" y="896302"/>
              <a:ext cx="2453639" cy="66675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 a 20 minutos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Diagrama de flujo: proceso alternativo 22">
              <a:extLst>
                <a:ext uri="{FF2B5EF4-FFF2-40B4-BE49-F238E27FC236}">
                  <ns2:creationId id="{BD8533E3-8719-9880-C1A7-666B30C3409C}"/>
                </a:ext>
              </a:extLst>
            </p:cNvPr>
            <p:cNvSpPr/>
            <p:nvPr/>
          </p:nvSpPr>
          <p:spPr>
            <a:xfrm>
              <a:off x="6002660" y="2215516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Retardo mayor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Diagrama de flujo: decisión 23">
              <a:extLst>
                <a:ext uri="{FF2B5EF4-FFF2-40B4-BE49-F238E27FC236}">
                  <ns2:creationId id="{D5143001-6DCC-1112-E0D3-C09221FD732F}"/>
                </a:ext>
              </a:extLst>
            </p:cNvPr>
            <p:cNvSpPr/>
            <p:nvPr/>
          </p:nvSpPr>
          <p:spPr>
            <a:xfrm>
              <a:off x="7865750" y="1965961"/>
              <a:ext cx="1889755" cy="102108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21 a 30 minutos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Diagrama de flujo: proceso alternativo 24">
              <a:extLst>
                <a:ext uri="{FF2B5EF4-FFF2-40B4-BE49-F238E27FC236}">
                  <ns2:creationId id="{184B56CB-5680-BA48-DDBE-70CB71AED194}"/>
                </a:ext>
              </a:extLst>
            </p:cNvPr>
            <p:cNvSpPr/>
            <p:nvPr/>
          </p:nvSpPr>
          <p:spPr>
            <a:xfrm>
              <a:off x="7898135" y="3465197"/>
              <a:ext cx="1830704" cy="94869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Falta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Diagrama de flujo: decisión 25">
              <a:extLst>
                <a:ext uri="{FF2B5EF4-FFF2-40B4-BE49-F238E27FC236}">
                  <ns2:creationId id="{5FCBFFD4-A357-22E5-375A-9CE201FAF352}"/>
                </a:ext>
              </a:extLst>
            </p:cNvPr>
            <p:cNvSpPr/>
            <p:nvPr/>
          </p:nvSpPr>
          <p:spPr>
            <a:xfrm>
              <a:off x="7867655" y="4732023"/>
              <a:ext cx="1889754" cy="115824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31+ minutos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5" name="Conector recto de flecha 34">
              <a:extLst>
                <a:ext uri="{FF2B5EF4-FFF2-40B4-BE49-F238E27FC236}">
                  <ns2:creationId id="{16DE48D6-5785-D273-09D5-7EAA89A10D9E}"/>
                </a:ext>
              </a:extLst>
            </p:cNvPr>
            <p:cNvCxnSpPr>
              <a:stCxn id="22" idx="2"/>
              <a:endCxn id="24" idx="0"/>
            </p:cNvCxnSpPr>
            <p:nvPr/>
          </p:nvCxnSpPr>
          <p:spPr>
            <a:xfrm flipH="1">
              <a:off x="8810628" y="1563052"/>
              <a:ext cx="3812" cy="4029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de flecha 36">
              <a:extLst>
                <a:ext uri="{FF2B5EF4-FFF2-40B4-BE49-F238E27FC236}">
                  <ns2:creationId id="{D3E857CB-D022-989C-D21E-92CFB1C8056C}"/>
                </a:ext>
              </a:extLst>
            </p:cNvPr>
            <p:cNvCxnSpPr>
              <a:stCxn id="24" idx="1"/>
              <a:endCxn id="23" idx="3"/>
            </p:cNvCxnSpPr>
            <p:nvPr/>
          </p:nvCxnSpPr>
          <p:spPr>
            <a:xfrm flipH="1">
              <a:off x="7084700" y="2476501"/>
              <a:ext cx="7810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: angular 40">
              <a:extLst>
                <a:ext uri="{FF2B5EF4-FFF2-40B4-BE49-F238E27FC236}">
                  <ns2:creationId id="{AEF2B146-936D-F07D-868D-7505E22087AA}"/>
                </a:ext>
              </a:extLst>
            </p:cNvPr>
            <p:cNvCxnSpPr>
              <a:stCxn id="23" idx="2"/>
              <a:endCxn id="26" idx="1"/>
            </p:cNvCxnSpPr>
            <p:nvPr/>
          </p:nvCxnSpPr>
          <p:spPr>
            <a:xfrm rot="16200000" flipH="1">
              <a:off x="5918839" y="3362326"/>
              <a:ext cx="2573657" cy="132397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CuadroTexto 43">
              <a:extLst>
                <a:ext uri="{FF2B5EF4-FFF2-40B4-BE49-F238E27FC236}">
                  <ns2:creationId id="{E7671F21-B419-BF46-4CF5-BCAD31206B1A}"/>
                </a:ext>
              </a:extLst>
            </p:cNvPr>
            <p:cNvSpPr txBox="1"/>
            <p:nvPr/>
          </p:nvSpPr>
          <p:spPr>
            <a:xfrm>
              <a:off x="8819677" y="3077082"/>
              <a:ext cx="43910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Registros incompletos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Diagrama de flujo: proceso alternativo 46">
              <a:extLst>
                <a:ext uri="{FF2B5EF4-FFF2-40B4-BE49-F238E27FC236}">
                  <ns2:creationId id="{D60AD7A1-A84F-6C7A-46B0-7A0D0338AE08}"/>
                </a:ext>
              </a:extLst>
            </p:cNvPr>
            <p:cNvSpPr/>
            <p:nvPr/>
          </p:nvSpPr>
          <p:spPr>
            <a:xfrm>
              <a:off x="10525124" y="5047300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Tipo por_definir para analisis posterior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9" name="Conector recto de flecha 48">
              <a:extLst>
                <a:ext uri="{FF2B5EF4-FFF2-40B4-BE49-F238E27FC236}">
                  <ns2:creationId id="{20B29CF2-4F92-6CB2-8E59-8B019570EBA4}"/>
                </a:ext>
              </a:extLst>
            </p:cNvPr>
            <p:cNvCxnSpPr>
              <a:stCxn id="26" idx="3"/>
              <a:endCxn id="47" idx="1"/>
            </p:cNvCxnSpPr>
            <p:nvPr/>
          </p:nvCxnSpPr>
          <p:spPr>
            <a:xfrm flipV="1">
              <a:off x="9757409" y="5308285"/>
              <a:ext cx="767715" cy="28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de flecha 50">
              <a:extLst>
                <a:ext uri="{FF2B5EF4-FFF2-40B4-BE49-F238E27FC236}">
                  <ns2:creationId id="{B8BBA746-62A3-3186-D199-32AA428E82E9}"/>
                </a:ext>
              </a:extLst>
            </p:cNvPr>
            <p:cNvCxnSpPr>
              <a:stCxn id="21" idx="2"/>
              <a:endCxn id="22" idx="0"/>
            </p:cNvCxnSpPr>
            <p:nvPr/>
          </p:nvCxnSpPr>
          <p:spPr>
            <a:xfrm>
              <a:off x="8814440" y="550545"/>
              <a:ext cx="0" cy="34575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Diagrama de flujo: proceso alternativo 51">
              <a:extLst>
                <a:ext uri="{FF2B5EF4-FFF2-40B4-BE49-F238E27FC236}">
                  <ns2:creationId id="{AF7273ED-532B-4E8F-9541-33647E255FEE}"/>
                </a:ext>
              </a:extLst>
            </p:cNvPr>
            <p:cNvSpPr/>
            <p:nvPr/>
          </p:nvSpPr>
          <p:spPr>
            <a:xfrm>
              <a:off x="7825743" y="6331956"/>
              <a:ext cx="2047874" cy="362485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Validacion jefe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4" name="Conector recto de flecha 53">
              <a:extLst>
                <a:ext uri="{FF2B5EF4-FFF2-40B4-BE49-F238E27FC236}">
                  <ns2:creationId id="{781CDEB3-8057-554B-05CE-97FA94EBCF5C}"/>
                </a:ext>
              </a:extLst>
            </p:cNvPr>
            <p:cNvCxnSpPr>
              <a:cxnSpLocks/>
              <a:stCxn id="26" idx="2"/>
              <a:endCxn id="52" idx="0"/>
            </p:cNvCxnSpPr>
            <p:nvPr/>
          </p:nvCxnSpPr>
          <p:spPr>
            <a:xfrm>
              <a:off x="8812532" y="5890263"/>
              <a:ext cx="37148" cy="4416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de flecha 55">
              <a:extLst>
                <a:ext uri="{FF2B5EF4-FFF2-40B4-BE49-F238E27FC236}">
                  <ns2:creationId id="{2324D596-B1C4-0B09-0B50-000BDF663118}"/>
                </a:ext>
              </a:extLst>
            </p:cNvPr>
            <p:cNvCxnSpPr>
              <a:stCxn id="25" idx="2"/>
              <a:endCxn id="26" idx="0"/>
            </p:cNvCxnSpPr>
            <p:nvPr/>
          </p:nvCxnSpPr>
          <p:spPr>
            <a:xfrm flipH="1">
              <a:off x="8812532" y="4413887"/>
              <a:ext cx="955" cy="3181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CuadroTexto 57">
              <a:extLst>
                <a:ext uri="{FF2B5EF4-FFF2-40B4-BE49-F238E27FC236}">
                  <ns2:creationId id="{A9A81ECA-4E10-A16E-3E06-B5DD7C8BD612}"/>
                </a:ext>
              </a:extLst>
            </p:cNvPr>
            <p:cNvSpPr txBox="1"/>
            <p:nvPr/>
          </p:nvSpPr>
          <p:spPr>
            <a:xfrm>
              <a:off x="8658227" y="5917617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Estado visible: validado/no validado por jefe con motivo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CuadroTexto 58">
              <a:extLst>
                <a:ext uri="{FF2B5EF4-FFF2-40B4-BE49-F238E27FC236}">
                  <ns2:creationId id="{E840E5EA-519F-9B6A-366B-8CBEFD906500}"/>
                </a:ext>
              </a:extLst>
            </p:cNvPr>
            <p:cNvSpPr txBox="1"/>
            <p:nvPr/>
          </p:nvSpPr>
          <p:spPr>
            <a:xfrm>
              <a:off x="9940288" y="5177480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Tipos de justificacion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1" name="Conector: angular 60">
              <a:extLst>
                <a:ext uri="{FF2B5EF4-FFF2-40B4-BE49-F238E27FC236}">
                  <ns2:creationId id="{D089B240-CA16-6B32-CEF0-DF194844DDF0}"/>
                </a:ext>
              </a:extLst>
            </p:cNvPr>
            <p:cNvCxnSpPr>
              <a:stCxn id="24" idx="3"/>
              <a:endCxn id="47" idx="0"/>
            </p:cNvCxnSpPr>
            <p:nvPr/>
          </p:nvCxnSpPr>
          <p:spPr>
            <a:xfrm>
              <a:off x="9755505" y="2476501"/>
              <a:ext cx="1310639" cy="257079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CuadroTexto 61">
              <a:extLst>
                <a:ext uri="{FF2B5EF4-FFF2-40B4-BE49-F238E27FC236}">
                  <ns2:creationId id="{FCAC799A-8EA2-44CD-B658-4BDA24F7CFC6}"/>
                </a:ext>
              </a:extLst>
            </p:cNvPr>
            <p:cNvSpPr txBox="1"/>
            <p:nvPr/>
          </p:nvSpPr>
          <p:spPr>
            <a:xfrm>
              <a:off x="10119356" y="2346321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Dias economicos, licencia medica, vacaciones, cuidados y comisiones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Diagrama de flujo: conector 65">
              <a:extLst>
                <a:ext uri="{FF2B5EF4-FFF2-40B4-BE49-F238E27FC236}">
                  <ns2:creationId id="{CE82F1E3-6641-3578-072D-0CFE1AD19A6C}"/>
                </a:ext>
              </a:extLst>
            </p:cNvPr>
            <p:cNvSpPr/>
            <p:nvPr/>
          </p:nvSpPr>
          <p:spPr>
            <a:xfrm>
              <a:off x="10793734" y="6286503"/>
              <a:ext cx="559116" cy="440056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Destino por tipo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8" name="Conector recto de flecha 67">
              <a:extLst>
                <a:ext uri="{FF2B5EF4-FFF2-40B4-BE49-F238E27FC236}">
                  <ns2:creationId id="{DD7DEE91-FD91-EF47-BB7A-53B3FEB57CF5}"/>
                </a:ext>
              </a:extLst>
            </p:cNvPr>
            <p:cNvCxnSpPr>
              <a:cxnSpLocks/>
              <a:stCxn id="47" idx="2"/>
              <a:endCxn id="66" idx="0"/>
            </p:cNvCxnSpPr>
            <p:nvPr/>
          </p:nvCxnSpPr>
          <p:spPr>
            <a:xfrm>
              <a:off x="11066144" y="5569270"/>
              <a:ext cx="7148" cy="717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de flecha 69">
              <a:extLst>
                <a:ext uri="{FF2B5EF4-FFF2-40B4-BE49-F238E27FC236}">
                  <ns2:creationId id="{70615A30-D841-B07D-86A0-FCB5A813D8D6}"/>
                </a:ext>
              </a:extLst>
            </p:cNvPr>
            <p:cNvCxnSpPr>
              <a:cxnSpLocks/>
              <a:stCxn id="52" idx="3"/>
              <a:endCxn id="66" idx="2"/>
            </p:cNvCxnSpPr>
            <p:nvPr/>
          </p:nvCxnSpPr>
          <p:spPr>
            <a:xfrm flipV="1">
              <a:off x="9873617" y="6506531"/>
              <a:ext cx="920117" cy="66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Diagrama de flujo: conector 74">
              <a:extLst>
                <a:ext uri="{FF2B5EF4-FFF2-40B4-BE49-F238E27FC236}">
                  <ns2:creationId id="{8A33810A-DCE4-70A8-2FFB-1E586B7D972B}"/>
                </a:ext>
              </a:extLst>
            </p:cNvPr>
            <p:cNvSpPr/>
            <p:nvPr/>
          </p:nvSpPr>
          <p:spPr>
            <a:xfrm>
              <a:off x="6385569" y="85725"/>
              <a:ext cx="746753" cy="521968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Cada incidencia va a su tabla correspondiente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7" name="Conector recto de flecha 76">
              <a:extLst>
                <a:ext uri="{FF2B5EF4-FFF2-40B4-BE49-F238E27FC236}">
                  <ns2:creationId id="{ED1005D9-B557-8171-BB58-4662E60A043C}"/>
                </a:ext>
              </a:extLst>
            </p:cNvPr>
            <p:cNvCxnSpPr>
              <a:stCxn id="75" idx="6"/>
              <a:endCxn id="21" idx="1"/>
            </p:cNvCxnSpPr>
            <p:nvPr/>
          </p:nvCxnSpPr>
          <p:spPr>
            <a:xfrm flipV="1">
              <a:off x="7132322" y="333375"/>
              <a:ext cx="1226823" cy="133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de flecha 82">
              <a:extLst>
                <a:ext uri="{FF2B5EF4-FFF2-40B4-BE49-F238E27FC236}">
                  <ns2:creationId id="{F06F9AF2-FE39-B974-9BD9-EABA607791DA}"/>
                </a:ext>
              </a:extLst>
            </p:cNvPr>
            <p:cNvCxnSpPr>
              <a:stCxn id="24" idx="2"/>
              <a:endCxn id="25" idx="0"/>
            </p:cNvCxnSpPr>
            <p:nvPr/>
          </p:nvCxnSpPr>
          <p:spPr>
            <a:xfrm>
              <a:off x="8810628" y="2987041"/>
              <a:ext cx="2859" cy="4781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ns3:creationId val="1813298320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upo 84">
            <a:extLst>
              <a:ext uri="{FF2B5EF4-FFF2-40B4-BE49-F238E27FC236}">
                <ns2:creationId id="{2F936E69-580C-75FC-7AFC-BE08B87B5051}"/>
              </a:ext>
            </a:extLst>
          </p:cNvPr>
          <p:cNvGrpSpPr/>
          <p:nvPr/>
        </p:nvGrpSpPr>
        <p:grpSpPr>
          <a:xfrm>
            <a:off x="1670692" y="607693"/>
            <a:ext cx="2583180" cy="5577840"/>
            <a:chOff x="2211712" y="358140"/>
            <a:chExt cx="2583180" cy="5577840"/>
          </a:xfrm>
        </p:grpSpPr>
        <p:sp>
          <p:nvSpPr>
            <p:cNvPr id="4" name="Diagrama de flujo: terminador 3">
              <a:extLst>
                <a:ext uri="{FF2B5EF4-FFF2-40B4-BE49-F238E27FC236}">
                  <ns2:creationId id="{CBFCBC75-4E92-53EB-8401-4177B8C72143}"/>
                </a:ext>
              </a:extLst>
            </p:cNvPr>
            <p:cNvSpPr/>
            <p:nvPr/>
          </p:nvSpPr>
          <p:spPr>
            <a:xfrm>
              <a:off x="3154687" y="358140"/>
              <a:ext cx="685800" cy="365760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MODELO DE GOBIERNO</a:t>
              </a:r>
              <a:endParaRPr lang="es-MX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ectángulo 4">
              <a:extLst>
                <a:ext uri="{FF2B5EF4-FFF2-40B4-BE49-F238E27FC236}">
                  <ns2:creationId id="{A0A8EE27-B307-EADC-8243-014E61FF0EB9}"/>
                </a:ext>
              </a:extLst>
            </p:cNvPr>
            <p:cNvSpPr/>
            <p:nvPr/>
          </p:nvSpPr>
          <p:spPr>
            <a:xfrm>
              <a:off x="3040386" y="1158240"/>
              <a:ext cx="902969" cy="36576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INICIO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Diagrama de flujo: proceso 5">
              <a:extLst>
                <a:ext uri="{FF2B5EF4-FFF2-40B4-BE49-F238E27FC236}">
                  <ns2:creationId id="{BA4C81AD-B3C7-DEE8-7CF6-9B285F887087}"/>
                </a:ext>
              </a:extLst>
            </p:cNvPr>
            <p:cNvSpPr/>
            <p:nvPr/>
          </p:nvSpPr>
          <p:spPr>
            <a:xfrm>
              <a:off x="2211712" y="2245995"/>
              <a:ext cx="2583180" cy="982980"/>
            </a:xfrm>
            <a:prstGeom prst="flowChart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Roles habilitados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" name="Conector recto de flecha 7">
              <a:extLst>
                <a:ext uri="{FF2B5EF4-FFF2-40B4-BE49-F238E27FC236}">
                  <ns2:creationId id="{EC8D2B44-318A-364B-30A7-330AE406CD2C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flipH="1">
              <a:off x="3491871" y="723900"/>
              <a:ext cx="5716" cy="4343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de flecha 9">
              <a:extLst>
                <a:ext uri="{FF2B5EF4-FFF2-40B4-BE49-F238E27FC236}">
                  <ns2:creationId id="{87B90BC5-BFA5-BC2A-342B-647C119B2A46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3491871" y="1524000"/>
              <a:ext cx="11431" cy="7219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Diagrama de flujo: proceso alternativo 10">
              <a:extLst>
                <a:ext uri="{FF2B5EF4-FFF2-40B4-BE49-F238E27FC236}">
                  <ns2:creationId id="{1CBA0486-80A5-414B-F16E-6766102A5BC5}"/>
                </a:ext>
              </a:extLst>
            </p:cNvPr>
            <p:cNvSpPr/>
            <p:nvPr/>
          </p:nvSpPr>
          <p:spPr>
            <a:xfrm>
              <a:off x="2394592" y="3741421"/>
              <a:ext cx="2217420" cy="1303019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Admin y superadmin: configuracion avanzada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Conector recto de flecha 12">
              <a:extLst>
                <a:ext uri="{FF2B5EF4-FFF2-40B4-BE49-F238E27FC236}">
                  <ns2:creationId id="{41A71C6E-8DAA-4691-3DF4-DD73EBDA64A9}"/>
                </a:ext>
              </a:extLst>
            </p:cNvPr>
            <p:cNvCxnSpPr>
              <a:cxnSpLocks/>
              <a:stCxn id="6" idx="2"/>
              <a:endCxn id="11" idx="0"/>
            </p:cNvCxnSpPr>
            <p:nvPr/>
          </p:nvCxnSpPr>
          <p:spPr>
            <a:xfrm>
              <a:off x="3503302" y="3228975"/>
              <a:ext cx="0" cy="5124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iagrama de flujo: terminador 15">
              <a:extLst>
                <a:ext uri="{FF2B5EF4-FFF2-40B4-BE49-F238E27FC236}">
                  <ns2:creationId id="{7E0B2BE1-8F52-4FFA-FBDB-4CB7212522DD}"/>
                </a:ext>
              </a:extLst>
            </p:cNvPr>
            <p:cNvSpPr/>
            <p:nvPr/>
          </p:nvSpPr>
          <p:spPr>
            <a:xfrm>
              <a:off x="3154687" y="5598795"/>
              <a:ext cx="697230" cy="337185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Usuario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ns2:creationId id="{E22FDB87-1DD1-FF16-B7F1-33251AAB1727}"/>
                </a:ext>
              </a:extLst>
            </p:cNvPr>
            <p:cNvCxnSpPr>
              <a:stCxn id="11" idx="2"/>
              <a:endCxn id="16" idx="0"/>
            </p:cNvCxnSpPr>
            <p:nvPr/>
          </p:nvCxnSpPr>
          <p:spPr>
            <a:xfrm>
              <a:off x="3503302" y="5044440"/>
              <a:ext cx="0" cy="5543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upo 83">
            <a:extLst>
              <a:ext uri="{FF2B5EF4-FFF2-40B4-BE49-F238E27FC236}">
                <ns2:creationId id="{1845E027-3BAF-EC8C-E6AF-23D5D25D2F4F}"/>
              </a:ext>
            </a:extLst>
          </p:cNvPr>
          <p:cNvGrpSpPr/>
          <p:nvPr/>
        </p:nvGrpSpPr>
        <p:grpSpPr>
          <a:xfrm>
            <a:off x="6002660" y="85725"/>
            <a:ext cx="5604504" cy="6640834"/>
            <a:chOff x="6002660" y="85725"/>
            <a:chExt cx="5604504" cy="6640834"/>
          </a:xfrm>
        </p:grpSpPr>
        <p:sp>
          <p:nvSpPr>
            <p:cNvPr id="21" name="Diagrama de flujo: terminador 20">
              <a:extLst>
                <a:ext uri="{FF2B5EF4-FFF2-40B4-BE49-F238E27FC236}">
                  <ns2:creationId id="{E50F56E5-0F13-ED73-115B-23C48783AB66}"/>
                </a:ext>
              </a:extLst>
            </p:cNvPr>
            <p:cNvSpPr/>
            <p:nvPr/>
          </p:nvSpPr>
          <p:spPr>
            <a:xfrm>
              <a:off x="8359145" y="116205"/>
              <a:ext cx="910590" cy="434340"/>
            </a:xfrm>
            <a:prstGeom prst="flowChartTermina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Sin acceso a campo ciclo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Diagrama de flujo: proceso alternativo 21">
              <a:extLst>
                <a:ext uri="{FF2B5EF4-FFF2-40B4-BE49-F238E27FC236}">
                  <ns2:creationId id="{77B92DC6-80BA-4FCE-82E9-A6DB0CC73AE3}"/>
                </a:ext>
              </a:extLst>
            </p:cNvPr>
            <p:cNvSpPr/>
            <p:nvPr/>
          </p:nvSpPr>
          <p:spPr>
            <a:xfrm>
              <a:off x="7587620" y="896302"/>
              <a:ext cx="2453639" cy="66675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Jefe directo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Diagrama de flujo: proceso alternativo 22">
              <a:extLst>
                <a:ext uri="{FF2B5EF4-FFF2-40B4-BE49-F238E27FC236}">
                  <ns2:creationId id="{BD8533E3-8719-9880-C1A7-666B30C3409C}"/>
                </a:ext>
              </a:extLst>
            </p:cNvPr>
            <p:cNvSpPr/>
            <p:nvPr/>
          </p:nvSpPr>
          <p:spPr>
            <a:xfrm>
              <a:off x="6002660" y="2215516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Valida/rechaza incidencias asignadas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Diagrama de flujo: decisión 23">
              <a:extLst>
                <a:ext uri="{FF2B5EF4-FFF2-40B4-BE49-F238E27FC236}">
                  <ns2:creationId id="{D5143001-6DCC-1112-E0D3-C09221FD732F}"/>
                </a:ext>
              </a:extLst>
            </p:cNvPr>
            <p:cNvSpPr/>
            <p:nvPr/>
          </p:nvSpPr>
          <p:spPr>
            <a:xfrm>
              <a:off x="7865750" y="1965961"/>
              <a:ext cx="1889755" cy="102108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Recursos Humanos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Diagrama de flujo: proceso alternativo 24">
              <a:extLst>
                <a:ext uri="{FF2B5EF4-FFF2-40B4-BE49-F238E27FC236}">
                  <ns2:creationId id="{184B56CB-5680-BA48-DDBE-70CB71AED194}"/>
                </a:ext>
              </a:extLst>
            </p:cNvPr>
            <p:cNvSpPr/>
            <p:nvPr/>
          </p:nvSpPr>
          <p:spPr>
            <a:xfrm>
              <a:off x="7898135" y="3465197"/>
              <a:ext cx="1830704" cy="94869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Resolucion final y seguimiento disciplinario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Diagrama de flujo: decisión 25">
              <a:extLst>
                <a:ext uri="{FF2B5EF4-FFF2-40B4-BE49-F238E27FC236}">
                  <ns2:creationId id="{5FCBFFD4-A357-22E5-375A-9CE201FAF352}"/>
                </a:ext>
              </a:extLst>
            </p:cNvPr>
            <p:cNvSpPr/>
            <p:nvPr/>
          </p:nvSpPr>
          <p:spPr>
            <a:xfrm>
              <a:off x="7867655" y="4732023"/>
              <a:ext cx="1889754" cy="115824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Estados de incidencia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5" name="Conector recto de flecha 34">
              <a:extLst>
                <a:ext uri="{FF2B5EF4-FFF2-40B4-BE49-F238E27FC236}">
                  <ns2:creationId id="{16DE48D6-5785-D273-09D5-7EAA89A10D9E}"/>
                </a:ext>
              </a:extLst>
            </p:cNvPr>
            <p:cNvCxnSpPr>
              <a:stCxn id="22" idx="2"/>
              <a:endCxn id="24" idx="0"/>
            </p:cNvCxnSpPr>
            <p:nvPr/>
          </p:nvCxnSpPr>
          <p:spPr>
            <a:xfrm flipH="1">
              <a:off x="8810628" y="1563052"/>
              <a:ext cx="3812" cy="4029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de flecha 36">
              <a:extLst>
                <a:ext uri="{FF2B5EF4-FFF2-40B4-BE49-F238E27FC236}">
                  <ns2:creationId id="{D3E857CB-D022-989C-D21E-92CFB1C8056C}"/>
                </a:ext>
              </a:extLst>
            </p:cNvPr>
            <p:cNvCxnSpPr>
              <a:stCxn id="24" idx="1"/>
              <a:endCxn id="23" idx="3"/>
            </p:cNvCxnSpPr>
            <p:nvPr/>
          </p:nvCxnSpPr>
          <p:spPr>
            <a:xfrm flipH="1">
              <a:off x="7084700" y="2476501"/>
              <a:ext cx="7810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: angular 40">
              <a:extLst>
                <a:ext uri="{FF2B5EF4-FFF2-40B4-BE49-F238E27FC236}">
                  <ns2:creationId id="{AEF2B146-936D-F07D-868D-7505E22087AA}"/>
                </a:ext>
              </a:extLst>
            </p:cNvPr>
            <p:cNvCxnSpPr>
              <a:stCxn id="23" idx="2"/>
              <a:endCxn id="26" idx="1"/>
            </p:cNvCxnSpPr>
            <p:nvPr/>
          </p:nvCxnSpPr>
          <p:spPr>
            <a:xfrm rot="16200000" flipH="1">
              <a:off x="5918839" y="3362326"/>
              <a:ext cx="2573657" cy="132397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CuadroTexto 43">
              <a:extLst>
                <a:ext uri="{FF2B5EF4-FFF2-40B4-BE49-F238E27FC236}">
                  <ns2:creationId id="{E7671F21-B419-BF46-4CF5-BCAD31206B1A}"/>
                </a:ext>
              </a:extLst>
            </p:cNvPr>
            <p:cNvSpPr txBox="1"/>
            <p:nvPr/>
          </p:nvSpPr>
          <p:spPr>
            <a:xfrm>
              <a:off x="8819677" y="3077082"/>
              <a:ext cx="43910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Por definir, validado por jefe, no validado por jefe, resuelto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Diagrama de flujo: proceso alternativo 46">
              <a:extLst>
                <a:ext uri="{FF2B5EF4-FFF2-40B4-BE49-F238E27FC236}">
                  <ns2:creationId id="{D60AD7A1-A84F-6C7A-46B0-7A0D0338AE08}"/>
                </a:ext>
              </a:extLst>
            </p:cNvPr>
            <p:cNvSpPr/>
            <p:nvPr/>
          </p:nvSpPr>
          <p:spPr>
            <a:xfrm>
              <a:off x="10525124" y="5047300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Evidencia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9" name="Conector recto de flecha 48">
              <a:extLst>
                <a:ext uri="{FF2B5EF4-FFF2-40B4-BE49-F238E27FC236}">
                  <ns2:creationId id="{20B29CF2-4F92-6CB2-8E59-8B019570EBA4}"/>
                </a:ext>
              </a:extLst>
            </p:cNvPr>
            <p:cNvCxnSpPr>
              <a:stCxn id="26" idx="3"/>
              <a:endCxn id="47" idx="1"/>
            </p:cNvCxnSpPr>
            <p:nvPr/>
          </p:nvCxnSpPr>
          <p:spPr>
            <a:xfrm flipV="1">
              <a:off x="9757409" y="5308285"/>
              <a:ext cx="767715" cy="28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de flecha 50">
              <a:extLst>
                <a:ext uri="{FF2B5EF4-FFF2-40B4-BE49-F238E27FC236}">
                  <ns2:creationId id="{B8BBA746-62A3-3186-D199-32AA428E82E9}"/>
                </a:ext>
              </a:extLst>
            </p:cNvPr>
            <p:cNvCxnSpPr>
              <a:stCxn id="21" idx="2"/>
              <a:endCxn id="22" idx="0"/>
            </p:cNvCxnSpPr>
            <p:nvPr/>
          </p:nvCxnSpPr>
          <p:spPr>
            <a:xfrm>
              <a:off x="8814440" y="550545"/>
              <a:ext cx="0" cy="34575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Diagrama de flujo: proceso alternativo 51">
              <a:extLst>
                <a:ext uri="{FF2B5EF4-FFF2-40B4-BE49-F238E27FC236}">
                  <ns2:creationId id="{AF7273ED-532B-4E8F-9541-33647E255FEE}"/>
                </a:ext>
              </a:extLst>
            </p:cNvPr>
            <p:cNvSpPr/>
            <p:nvPr/>
          </p:nvSpPr>
          <p:spPr>
            <a:xfrm>
              <a:off x="7825743" y="6331956"/>
              <a:ext cx="2047874" cy="362485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Comentario y motivo obligatorios en validacion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4" name="Conector recto de flecha 53">
              <a:extLst>
                <a:ext uri="{FF2B5EF4-FFF2-40B4-BE49-F238E27FC236}">
                  <ns2:creationId id="{781CDEB3-8057-554B-05CE-97FA94EBCF5C}"/>
                </a:ext>
              </a:extLst>
            </p:cNvPr>
            <p:cNvCxnSpPr>
              <a:cxnSpLocks/>
              <a:stCxn id="26" idx="2"/>
              <a:endCxn id="52" idx="0"/>
            </p:cNvCxnSpPr>
            <p:nvPr/>
          </p:nvCxnSpPr>
          <p:spPr>
            <a:xfrm>
              <a:off x="8812532" y="5890263"/>
              <a:ext cx="37148" cy="4416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de flecha 55">
              <a:extLst>
                <a:ext uri="{FF2B5EF4-FFF2-40B4-BE49-F238E27FC236}">
                  <ns2:creationId id="{2324D596-B1C4-0B09-0B50-000BDF663118}"/>
                </a:ext>
              </a:extLst>
            </p:cNvPr>
            <p:cNvCxnSpPr>
              <a:stCxn id="25" idx="2"/>
              <a:endCxn id="26" idx="0"/>
            </p:cNvCxnSpPr>
            <p:nvPr/>
          </p:nvCxnSpPr>
          <p:spPr>
            <a:xfrm flipH="1">
              <a:off x="8812532" y="4413887"/>
              <a:ext cx="955" cy="3181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CuadroTexto 57">
              <a:extLst>
                <a:ext uri="{FF2B5EF4-FFF2-40B4-BE49-F238E27FC236}">
                  <ns2:creationId id="{A9A81ECA-4E10-A16E-3E06-B5DD7C8BD612}"/>
                </a:ext>
              </a:extLst>
            </p:cNvPr>
            <p:cNvSpPr txBox="1"/>
            <p:nvPr/>
          </p:nvSpPr>
          <p:spPr>
            <a:xfrm>
              <a:off x="8658227" y="5917617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Auditoria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CuadroTexto 58">
              <a:extLst>
                <a:ext uri="{FF2B5EF4-FFF2-40B4-BE49-F238E27FC236}">
                  <ns2:creationId id="{E840E5EA-519F-9B6A-366B-8CBEFD906500}"/>
                </a:ext>
              </a:extLst>
            </p:cNvPr>
            <p:cNvSpPr txBox="1"/>
            <p:nvPr/>
          </p:nvSpPr>
          <p:spPr>
            <a:xfrm>
              <a:off x="9940288" y="5177480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Bitacora por evento y actor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1" name="Conector: angular 60">
              <a:extLst>
                <a:ext uri="{FF2B5EF4-FFF2-40B4-BE49-F238E27FC236}">
                  <ns2:creationId id="{D089B240-CA16-6B32-CEF0-DF194844DDF0}"/>
                </a:ext>
              </a:extLst>
            </p:cNvPr>
            <p:cNvCxnSpPr>
              <a:stCxn id="24" idx="3"/>
              <a:endCxn id="47" idx="0"/>
            </p:cNvCxnSpPr>
            <p:nvPr/>
          </p:nvCxnSpPr>
          <p:spPr>
            <a:xfrm>
              <a:off x="9755505" y="2476501"/>
              <a:ext cx="1310639" cy="257079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CuadroTexto 61">
              <a:extLst>
                <a:ext uri="{FF2B5EF4-FFF2-40B4-BE49-F238E27FC236}">
                  <ns2:creationId id="{FCAC799A-8EA2-44CD-B658-4BDA24F7CFC6}"/>
                </a:ext>
              </a:extLst>
            </p:cNvPr>
            <p:cNvSpPr txBox="1"/>
            <p:nvPr/>
          </p:nvSpPr>
          <p:spPr>
            <a:xfrm>
              <a:off x="10119356" y="2346321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FIN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Diagrama de flujo: conector 65">
              <a:extLst>
                <a:ext uri="{FF2B5EF4-FFF2-40B4-BE49-F238E27FC236}">
                  <ns2:creationId id="{CE82F1E3-6641-3578-072D-0CFE1AD19A6C}"/>
                </a:ext>
              </a:extLst>
            </p:cNvPr>
            <p:cNvSpPr/>
            <p:nvPr/>
          </p:nvSpPr>
          <p:spPr>
            <a:xfrm>
              <a:off x="10793734" y="6286503"/>
              <a:ext cx="559116" cy="440056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Gobierno operativo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8" name="Conector recto de flecha 67">
              <a:extLst>
                <a:ext uri="{FF2B5EF4-FFF2-40B4-BE49-F238E27FC236}">
                  <ns2:creationId id="{DD7DEE91-FD91-EF47-BB7A-53B3FEB57CF5}"/>
                </a:ext>
              </a:extLst>
            </p:cNvPr>
            <p:cNvCxnSpPr>
              <a:cxnSpLocks/>
              <a:stCxn id="47" idx="2"/>
              <a:endCxn id="66" idx="0"/>
            </p:cNvCxnSpPr>
            <p:nvPr/>
          </p:nvCxnSpPr>
          <p:spPr>
            <a:xfrm>
              <a:off x="11066144" y="5569270"/>
              <a:ext cx="7148" cy="717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de flecha 69">
              <a:extLst>
                <a:ext uri="{FF2B5EF4-FFF2-40B4-BE49-F238E27FC236}">
                  <ns2:creationId id="{70615A30-D841-B07D-86A0-FCB5A813D8D6}"/>
                </a:ext>
              </a:extLst>
            </p:cNvPr>
            <p:cNvCxnSpPr>
              <a:cxnSpLocks/>
              <a:stCxn id="52" idx="3"/>
              <a:endCxn id="66" idx="2"/>
            </p:cNvCxnSpPr>
            <p:nvPr/>
          </p:nvCxnSpPr>
          <p:spPr>
            <a:xfrm flipV="1">
              <a:off x="9873617" y="6506531"/>
              <a:ext cx="920117" cy="66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Diagrama de flujo: conector 74">
              <a:extLst>
                <a:ext uri="{FF2B5EF4-FFF2-40B4-BE49-F238E27FC236}">
                  <ns2:creationId id="{8A33810A-DCE4-70A8-2FFB-1E586B7D972B}"/>
                </a:ext>
              </a:extLst>
            </p:cNvPr>
            <p:cNvSpPr/>
            <p:nvPr/>
          </p:nvSpPr>
          <p:spPr>
            <a:xfrm>
              <a:off x="6385569" y="85725"/>
              <a:ext cx="746753" cy="521968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/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7" name="Conector recto de flecha 76">
              <a:extLst>
                <a:ext uri="{FF2B5EF4-FFF2-40B4-BE49-F238E27FC236}">
                  <ns2:creationId id="{ED1005D9-B557-8171-BB58-4662E60A043C}"/>
                </a:ext>
              </a:extLst>
            </p:cNvPr>
            <p:cNvCxnSpPr>
              <a:stCxn id="75" idx="6"/>
              <a:endCxn id="21" idx="1"/>
            </p:cNvCxnSpPr>
            <p:nvPr/>
          </p:nvCxnSpPr>
          <p:spPr>
            <a:xfrm flipV="1">
              <a:off x="7132322" y="333375"/>
              <a:ext cx="1226823" cy="133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de flecha 82">
              <a:extLst>
                <a:ext uri="{FF2B5EF4-FFF2-40B4-BE49-F238E27FC236}">
                  <ns2:creationId id="{F06F9AF2-FE39-B974-9BD9-EABA607791DA}"/>
                </a:ext>
              </a:extLst>
            </p:cNvPr>
            <p:cNvCxnSpPr>
              <a:stCxn id="24" idx="2"/>
              <a:endCxn id="25" idx="0"/>
            </p:cNvCxnSpPr>
            <p:nvPr/>
          </p:nvCxnSpPr>
          <p:spPr>
            <a:xfrm>
              <a:off x="8810628" y="2987041"/>
              <a:ext cx="2859" cy="4781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ns3:creationId val="1813298320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upo 84">
            <a:extLst>
              <a:ext uri="{FF2B5EF4-FFF2-40B4-BE49-F238E27FC236}">
                <ns2:creationId id="{2F936E69-580C-75FC-7AFC-BE08B87B5051}"/>
              </a:ext>
            </a:extLst>
          </p:cNvPr>
          <p:cNvGrpSpPr/>
          <p:nvPr/>
        </p:nvGrpSpPr>
        <p:grpSpPr>
          <a:xfrm>
            <a:off x="1670692" y="607693"/>
            <a:ext cx="2583180" cy="5577840"/>
            <a:chOff x="2211712" y="358140"/>
            <a:chExt cx="2583180" cy="5577840"/>
          </a:xfrm>
        </p:grpSpPr>
        <p:sp>
          <p:nvSpPr>
            <p:cNvPr id="4" name="Diagrama de flujo: terminador 3">
              <a:extLst>
                <a:ext uri="{FF2B5EF4-FFF2-40B4-BE49-F238E27FC236}">
                  <ns2:creationId id="{CBFCBC75-4E92-53EB-8401-4177B8C72143}"/>
                </a:ext>
              </a:extLst>
            </p:cNvPr>
            <p:cNvSpPr/>
            <p:nvPr/>
          </p:nvSpPr>
          <p:spPr>
            <a:xfrm>
              <a:off x="3154687" y="358140"/>
              <a:ext cx="685800" cy="365760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RIESGOS Y CONTROLES</a:t>
              </a:r>
              <a:endParaRPr lang="es-MX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ectángulo 4">
              <a:extLst>
                <a:ext uri="{FF2B5EF4-FFF2-40B4-BE49-F238E27FC236}">
                  <ns2:creationId id="{A0A8EE27-B307-EADC-8243-014E61FF0EB9}"/>
                </a:ext>
              </a:extLst>
            </p:cNvPr>
            <p:cNvSpPr/>
            <p:nvPr/>
          </p:nvSpPr>
          <p:spPr>
            <a:xfrm>
              <a:off x="3040386" y="1158240"/>
              <a:ext cx="902969" cy="36576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INICIO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Diagrama de flujo: proceso 5">
              <a:extLst>
                <a:ext uri="{FF2B5EF4-FFF2-40B4-BE49-F238E27FC236}">
                  <ns2:creationId id="{BA4C81AD-B3C7-DEE8-7CF6-9B285F887087}"/>
                </a:ext>
              </a:extLst>
            </p:cNvPr>
            <p:cNvSpPr/>
            <p:nvPr/>
          </p:nvSpPr>
          <p:spPr>
            <a:xfrm>
              <a:off x="2211712" y="2245995"/>
              <a:ext cx="2583180" cy="982980"/>
            </a:xfrm>
            <a:prstGeom prst="flowChart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R1 Duplicidad de modal/JS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" name="Conector recto de flecha 7">
              <a:extLst>
                <a:ext uri="{FF2B5EF4-FFF2-40B4-BE49-F238E27FC236}">
                  <ns2:creationId id="{EC8D2B44-318A-364B-30A7-330AE406CD2C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flipH="1">
              <a:off x="3491871" y="723900"/>
              <a:ext cx="5716" cy="4343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de flecha 9">
              <a:extLst>
                <a:ext uri="{FF2B5EF4-FFF2-40B4-BE49-F238E27FC236}">
                  <ns2:creationId id="{87B90BC5-BFA5-BC2A-342B-647C119B2A46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3491871" y="1524000"/>
              <a:ext cx="11431" cy="7219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Diagrama de flujo: proceso alternativo 10">
              <a:extLst>
                <a:ext uri="{FF2B5EF4-FFF2-40B4-BE49-F238E27FC236}">
                  <ns2:creationId id="{1CBA0486-80A5-414B-F16E-6766102A5BC5}"/>
                </a:ext>
              </a:extLst>
            </p:cNvPr>
            <p:cNvSpPr/>
            <p:nvPr/>
          </p:nvSpPr>
          <p:spPr>
            <a:xfrm>
              <a:off x="2394592" y="3741421"/>
              <a:ext cx="2217420" cy="1303019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Control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Conector recto de flecha 12">
              <a:extLst>
                <a:ext uri="{FF2B5EF4-FFF2-40B4-BE49-F238E27FC236}">
                  <ns2:creationId id="{41A71C6E-8DAA-4691-3DF4-DD73EBDA64A9}"/>
                </a:ext>
              </a:extLst>
            </p:cNvPr>
            <p:cNvCxnSpPr>
              <a:cxnSpLocks/>
              <a:stCxn id="6" idx="2"/>
              <a:endCxn id="11" idx="0"/>
            </p:cNvCxnSpPr>
            <p:nvPr/>
          </p:nvCxnSpPr>
          <p:spPr>
            <a:xfrm>
              <a:off x="3503302" y="3228975"/>
              <a:ext cx="0" cy="5124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iagrama de flujo: terminador 15">
              <a:extLst>
                <a:ext uri="{FF2B5EF4-FFF2-40B4-BE49-F238E27FC236}">
                  <ns2:creationId id="{7E0B2BE1-8F52-4FFA-FBDB-4CB7212522DD}"/>
                </a:ext>
              </a:extLst>
            </p:cNvPr>
            <p:cNvSpPr/>
            <p:nvPr/>
          </p:nvSpPr>
          <p:spPr>
            <a:xfrm>
              <a:off x="3154687" y="5598795"/>
              <a:ext cx="697230" cy="337185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Unificar un solo flujo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ns2:creationId id="{E22FDB87-1DD1-FF16-B7F1-33251AAB1727}"/>
                </a:ext>
              </a:extLst>
            </p:cNvPr>
            <p:cNvCxnSpPr>
              <a:stCxn id="11" idx="2"/>
              <a:endCxn id="16" idx="0"/>
            </p:cNvCxnSpPr>
            <p:nvPr/>
          </p:nvCxnSpPr>
          <p:spPr>
            <a:xfrm>
              <a:off x="3503302" y="5044440"/>
              <a:ext cx="0" cy="5543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upo 83">
            <a:extLst>
              <a:ext uri="{FF2B5EF4-FFF2-40B4-BE49-F238E27FC236}">
                <ns2:creationId id="{1845E027-3BAF-EC8C-E6AF-23D5D25D2F4F}"/>
              </a:ext>
            </a:extLst>
          </p:cNvPr>
          <p:cNvGrpSpPr/>
          <p:nvPr/>
        </p:nvGrpSpPr>
        <p:grpSpPr>
          <a:xfrm>
            <a:off x="6002660" y="85725"/>
            <a:ext cx="5604504" cy="6640834"/>
            <a:chOff x="6002660" y="85725"/>
            <a:chExt cx="5604504" cy="6640834"/>
          </a:xfrm>
        </p:grpSpPr>
        <p:sp>
          <p:nvSpPr>
            <p:cNvPr id="21" name="Diagrama de flujo: terminador 20">
              <a:extLst>
                <a:ext uri="{FF2B5EF4-FFF2-40B4-BE49-F238E27FC236}">
                  <ns2:creationId id="{E50F56E5-0F13-ED73-115B-23C48783AB66}"/>
                </a:ext>
              </a:extLst>
            </p:cNvPr>
            <p:cNvSpPr/>
            <p:nvPr/>
          </p:nvSpPr>
          <p:spPr>
            <a:xfrm>
              <a:off x="8359145" y="116205"/>
              <a:ext cx="910590" cy="434340"/>
            </a:xfrm>
            <a:prstGeom prst="flowChartTermina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R2 Mapeo heuristico por texto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Diagrama de flujo: proceso alternativo 21">
              <a:extLst>
                <a:ext uri="{FF2B5EF4-FFF2-40B4-BE49-F238E27FC236}">
                  <ns2:creationId id="{77B92DC6-80BA-4FCE-82E9-A6DB0CC73AE3}"/>
                </a:ext>
              </a:extLst>
            </p:cNvPr>
            <p:cNvSpPr/>
            <p:nvPr/>
          </p:nvSpPr>
          <p:spPr>
            <a:xfrm>
              <a:off x="7587620" y="896302"/>
              <a:ext cx="2453639" cy="66675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Control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Diagrama de flujo: proceso alternativo 22">
              <a:extLst>
                <a:ext uri="{FF2B5EF4-FFF2-40B4-BE49-F238E27FC236}">
                  <ns2:creationId id="{BD8533E3-8719-9880-C1A7-666B30C3409C}"/>
                </a:ext>
              </a:extLst>
            </p:cNvPr>
            <p:cNvSpPr/>
            <p:nvPr/>
          </p:nvSpPr>
          <p:spPr>
            <a:xfrm>
              <a:off x="6002660" y="2215516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Mapeo explicito por tipo_incidencia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Diagrama de flujo: decisión 23">
              <a:extLst>
                <a:ext uri="{FF2B5EF4-FFF2-40B4-BE49-F238E27FC236}">
                  <ns2:creationId id="{D5143001-6DCC-1112-E0D3-C09221FD732F}"/>
                </a:ext>
              </a:extLst>
            </p:cNvPr>
            <p:cNvSpPr/>
            <p:nvPr/>
          </p:nvSpPr>
          <p:spPr>
            <a:xfrm>
              <a:off x="7865750" y="1965961"/>
              <a:ext cx="1889755" cy="102108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R3 Errores SQL por columnas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Diagrama de flujo: proceso alternativo 24">
              <a:extLst>
                <a:ext uri="{FF2B5EF4-FFF2-40B4-BE49-F238E27FC236}">
                  <ns2:creationId id="{184B56CB-5680-BA48-DDBE-70CB71AED194}"/>
                </a:ext>
              </a:extLst>
            </p:cNvPr>
            <p:cNvSpPr/>
            <p:nvPr/>
          </p:nvSpPr>
          <p:spPr>
            <a:xfrm>
              <a:off x="7898135" y="3465197"/>
              <a:ext cx="1830704" cy="94869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Control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Diagrama de flujo: decisión 25">
              <a:extLst>
                <a:ext uri="{FF2B5EF4-FFF2-40B4-BE49-F238E27FC236}">
                  <ns2:creationId id="{5FCBFFD4-A357-22E5-375A-9CE201FAF352}"/>
                </a:ext>
              </a:extLst>
            </p:cNvPr>
            <p:cNvSpPr/>
            <p:nvPr/>
          </p:nvSpPr>
          <p:spPr>
            <a:xfrm>
              <a:off x="7867655" y="4732023"/>
              <a:ext cx="1889754" cy="115824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Alinear consultas con esquema real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5" name="Conector recto de flecha 34">
              <a:extLst>
                <a:ext uri="{FF2B5EF4-FFF2-40B4-BE49-F238E27FC236}">
                  <ns2:creationId id="{16DE48D6-5785-D273-09D5-7EAA89A10D9E}"/>
                </a:ext>
              </a:extLst>
            </p:cNvPr>
            <p:cNvCxnSpPr>
              <a:stCxn id="22" idx="2"/>
              <a:endCxn id="24" idx="0"/>
            </p:cNvCxnSpPr>
            <p:nvPr/>
          </p:nvCxnSpPr>
          <p:spPr>
            <a:xfrm flipH="1">
              <a:off x="8810628" y="1563052"/>
              <a:ext cx="3812" cy="4029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de flecha 36">
              <a:extLst>
                <a:ext uri="{FF2B5EF4-FFF2-40B4-BE49-F238E27FC236}">
                  <ns2:creationId id="{D3E857CB-D022-989C-D21E-92CFB1C8056C}"/>
                </a:ext>
              </a:extLst>
            </p:cNvPr>
            <p:cNvCxnSpPr>
              <a:stCxn id="24" idx="1"/>
              <a:endCxn id="23" idx="3"/>
            </p:cNvCxnSpPr>
            <p:nvPr/>
          </p:nvCxnSpPr>
          <p:spPr>
            <a:xfrm flipH="1">
              <a:off x="7084700" y="2476501"/>
              <a:ext cx="7810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: angular 40">
              <a:extLst>
                <a:ext uri="{FF2B5EF4-FFF2-40B4-BE49-F238E27FC236}">
                  <ns2:creationId id="{AEF2B146-936D-F07D-868D-7505E22087AA}"/>
                </a:ext>
              </a:extLst>
            </p:cNvPr>
            <p:cNvCxnSpPr>
              <a:stCxn id="23" idx="2"/>
              <a:endCxn id="26" idx="1"/>
            </p:cNvCxnSpPr>
            <p:nvPr/>
          </p:nvCxnSpPr>
          <p:spPr>
            <a:xfrm rot="16200000" flipH="1">
              <a:off x="5918839" y="3362326"/>
              <a:ext cx="2573657" cy="132397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CuadroTexto 43">
              <a:extLst>
                <a:ext uri="{FF2B5EF4-FFF2-40B4-BE49-F238E27FC236}">
                  <ns2:creationId id="{E7671F21-B419-BF46-4CF5-BCAD31206B1A}"/>
                </a:ext>
              </a:extLst>
            </p:cNvPr>
            <p:cNvSpPr txBox="1"/>
            <p:nvPr/>
          </p:nvSpPr>
          <p:spPr>
            <a:xfrm>
              <a:off x="8819677" y="3077082"/>
              <a:ext cx="43910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R4 Regla de retardo mal aplicada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Diagrama de flujo: proceso alternativo 46">
              <a:extLst>
                <a:ext uri="{FF2B5EF4-FFF2-40B4-BE49-F238E27FC236}">
                  <ns2:creationId id="{D60AD7A1-A84F-6C7A-46B0-7A0D0338AE08}"/>
                </a:ext>
              </a:extLst>
            </p:cNvPr>
            <p:cNvSpPr/>
            <p:nvPr/>
          </p:nvSpPr>
          <p:spPr>
            <a:xfrm>
              <a:off x="10525124" y="5047300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Control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9" name="Conector recto de flecha 48">
              <a:extLst>
                <a:ext uri="{FF2B5EF4-FFF2-40B4-BE49-F238E27FC236}">
                  <ns2:creationId id="{20B29CF2-4F92-6CB2-8E59-8B019570EBA4}"/>
                </a:ext>
              </a:extLst>
            </p:cNvPr>
            <p:cNvCxnSpPr>
              <a:stCxn id="26" idx="3"/>
              <a:endCxn id="47" idx="1"/>
            </p:cNvCxnSpPr>
            <p:nvPr/>
          </p:nvCxnSpPr>
          <p:spPr>
            <a:xfrm flipV="1">
              <a:off x="9757409" y="5308285"/>
              <a:ext cx="767715" cy="28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de flecha 50">
              <a:extLst>
                <a:ext uri="{FF2B5EF4-FFF2-40B4-BE49-F238E27FC236}">
                  <ns2:creationId id="{B8BBA746-62A3-3186-D199-32AA428E82E9}"/>
                </a:ext>
              </a:extLst>
            </p:cNvPr>
            <p:cNvCxnSpPr>
              <a:stCxn id="21" idx="2"/>
              <a:endCxn id="22" idx="0"/>
            </p:cNvCxnSpPr>
            <p:nvPr/>
          </p:nvCxnSpPr>
          <p:spPr>
            <a:xfrm>
              <a:off x="8814440" y="550545"/>
              <a:ext cx="0" cy="34575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Diagrama de flujo: proceso alternativo 51">
              <a:extLst>
                <a:ext uri="{FF2B5EF4-FFF2-40B4-BE49-F238E27FC236}">
                  <ns2:creationId id="{AF7273ED-532B-4E8F-9541-33647E255FEE}"/>
                </a:ext>
              </a:extLst>
            </p:cNvPr>
            <p:cNvSpPr/>
            <p:nvPr/>
          </p:nvSpPr>
          <p:spPr>
            <a:xfrm>
              <a:off x="7825743" y="6331956"/>
              <a:ext cx="2047874" cy="362485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Motor central de reglas + pruebas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4" name="Conector recto de flecha 53">
              <a:extLst>
                <a:ext uri="{FF2B5EF4-FFF2-40B4-BE49-F238E27FC236}">
                  <ns2:creationId id="{781CDEB3-8057-554B-05CE-97FA94EBCF5C}"/>
                </a:ext>
              </a:extLst>
            </p:cNvPr>
            <p:cNvCxnSpPr>
              <a:cxnSpLocks/>
              <a:stCxn id="26" idx="2"/>
              <a:endCxn id="52" idx="0"/>
            </p:cNvCxnSpPr>
            <p:nvPr/>
          </p:nvCxnSpPr>
          <p:spPr>
            <a:xfrm>
              <a:off x="8812532" y="5890263"/>
              <a:ext cx="37148" cy="4416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de flecha 55">
              <a:extLst>
                <a:ext uri="{FF2B5EF4-FFF2-40B4-BE49-F238E27FC236}">
                  <ns2:creationId id="{2324D596-B1C4-0B09-0B50-000BDF663118}"/>
                </a:ext>
              </a:extLst>
            </p:cNvPr>
            <p:cNvCxnSpPr>
              <a:stCxn id="25" idx="2"/>
              <a:endCxn id="26" idx="0"/>
            </p:cNvCxnSpPr>
            <p:nvPr/>
          </p:nvCxnSpPr>
          <p:spPr>
            <a:xfrm flipH="1">
              <a:off x="8812532" y="4413887"/>
              <a:ext cx="955" cy="3181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CuadroTexto 57">
              <a:extLst>
                <a:ext uri="{FF2B5EF4-FFF2-40B4-BE49-F238E27FC236}">
                  <ns2:creationId id="{A9A81ECA-4E10-A16E-3E06-B5DD7C8BD612}"/>
                </a:ext>
              </a:extLst>
            </p:cNvPr>
            <p:cNvSpPr txBox="1"/>
            <p:nvPr/>
          </p:nvSpPr>
          <p:spPr>
            <a:xfrm>
              <a:off x="8658227" y="5917617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R5 Falta de evidencia de aprobaciones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CuadroTexto 58">
              <a:extLst>
                <a:ext uri="{FF2B5EF4-FFF2-40B4-BE49-F238E27FC236}">
                  <ns2:creationId id="{E840E5EA-519F-9B6A-366B-8CBEFD906500}"/>
                </a:ext>
              </a:extLst>
            </p:cNvPr>
            <p:cNvSpPr txBox="1"/>
            <p:nvPr/>
          </p:nvSpPr>
          <p:spPr>
            <a:xfrm>
              <a:off x="9940288" y="5177480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Control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1" name="Conector: angular 60">
              <a:extLst>
                <a:ext uri="{FF2B5EF4-FFF2-40B4-BE49-F238E27FC236}">
                  <ns2:creationId id="{D089B240-CA16-6B32-CEF0-DF194844DDF0}"/>
                </a:ext>
              </a:extLst>
            </p:cNvPr>
            <p:cNvCxnSpPr>
              <a:stCxn id="24" idx="3"/>
              <a:endCxn id="47" idx="0"/>
            </p:cNvCxnSpPr>
            <p:nvPr/>
          </p:nvCxnSpPr>
          <p:spPr>
            <a:xfrm>
              <a:off x="9755505" y="2476501"/>
              <a:ext cx="1310639" cy="257079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CuadroTexto 61">
              <a:extLst>
                <a:ext uri="{FF2B5EF4-FFF2-40B4-BE49-F238E27FC236}">
                  <ns2:creationId id="{FCAC799A-8EA2-44CD-B658-4BDA24F7CFC6}"/>
                </a:ext>
              </a:extLst>
            </p:cNvPr>
            <p:cNvSpPr txBox="1"/>
            <p:nvPr/>
          </p:nvSpPr>
          <p:spPr>
            <a:xfrm>
              <a:off x="10119356" y="2346321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Auditoria completa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Diagrama de flujo: conector 65">
              <a:extLst>
                <a:ext uri="{FF2B5EF4-FFF2-40B4-BE49-F238E27FC236}">
                  <ns2:creationId id="{CE82F1E3-6641-3578-072D-0CFE1AD19A6C}"/>
                </a:ext>
              </a:extLst>
            </p:cNvPr>
            <p:cNvSpPr/>
            <p:nvPr/>
          </p:nvSpPr>
          <p:spPr>
            <a:xfrm>
              <a:off x="10793734" y="6286503"/>
              <a:ext cx="559116" cy="440056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Riesgo residual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8" name="Conector recto de flecha 67">
              <a:extLst>
                <a:ext uri="{FF2B5EF4-FFF2-40B4-BE49-F238E27FC236}">
                  <ns2:creationId id="{DD7DEE91-FD91-EF47-BB7A-53B3FEB57CF5}"/>
                </a:ext>
              </a:extLst>
            </p:cNvPr>
            <p:cNvCxnSpPr>
              <a:cxnSpLocks/>
              <a:stCxn id="47" idx="2"/>
              <a:endCxn id="66" idx="0"/>
            </p:cNvCxnSpPr>
            <p:nvPr/>
          </p:nvCxnSpPr>
          <p:spPr>
            <a:xfrm>
              <a:off x="11066144" y="5569270"/>
              <a:ext cx="7148" cy="717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de flecha 69">
              <a:extLst>
                <a:ext uri="{FF2B5EF4-FFF2-40B4-BE49-F238E27FC236}">
                  <ns2:creationId id="{70615A30-D841-B07D-86A0-FCB5A813D8D6}"/>
                </a:ext>
              </a:extLst>
            </p:cNvPr>
            <p:cNvCxnSpPr>
              <a:cxnSpLocks/>
              <a:stCxn id="52" idx="3"/>
              <a:endCxn id="66" idx="2"/>
            </p:cNvCxnSpPr>
            <p:nvPr/>
          </p:nvCxnSpPr>
          <p:spPr>
            <a:xfrm flipV="1">
              <a:off x="9873617" y="6506531"/>
              <a:ext cx="920117" cy="66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Diagrama de flujo: conector 74">
              <a:extLst>
                <a:ext uri="{FF2B5EF4-FFF2-40B4-BE49-F238E27FC236}">
                  <ns2:creationId id="{8A33810A-DCE4-70A8-2FFB-1E586B7D972B}"/>
                </a:ext>
              </a:extLst>
            </p:cNvPr>
            <p:cNvSpPr/>
            <p:nvPr/>
          </p:nvSpPr>
          <p:spPr>
            <a:xfrm>
              <a:off x="6385569" y="85725"/>
              <a:ext cx="746753" cy="521968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Bajo con monitoreo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7" name="Conector recto de flecha 76">
              <a:extLst>
                <a:ext uri="{FF2B5EF4-FFF2-40B4-BE49-F238E27FC236}">
                  <ns2:creationId id="{ED1005D9-B557-8171-BB58-4662E60A043C}"/>
                </a:ext>
              </a:extLst>
            </p:cNvPr>
            <p:cNvCxnSpPr>
              <a:stCxn id="75" idx="6"/>
              <a:endCxn id="21" idx="1"/>
            </p:cNvCxnSpPr>
            <p:nvPr/>
          </p:nvCxnSpPr>
          <p:spPr>
            <a:xfrm flipV="1">
              <a:off x="7132322" y="333375"/>
              <a:ext cx="1226823" cy="133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de flecha 82">
              <a:extLst>
                <a:ext uri="{FF2B5EF4-FFF2-40B4-BE49-F238E27FC236}">
                  <ns2:creationId id="{F06F9AF2-FE39-B974-9BD9-EABA607791DA}"/>
                </a:ext>
              </a:extLst>
            </p:cNvPr>
            <p:cNvCxnSpPr>
              <a:stCxn id="24" idx="2"/>
              <a:endCxn id="25" idx="0"/>
            </p:cNvCxnSpPr>
            <p:nvPr/>
          </p:nvCxnSpPr>
          <p:spPr>
            <a:xfrm>
              <a:off x="8810628" y="2987041"/>
              <a:ext cx="2859" cy="4781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ns3:creationId val="1813298320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upo 84">
            <a:extLst>
              <a:ext uri="{FF2B5EF4-FFF2-40B4-BE49-F238E27FC236}">
                <ns2:creationId id="{2F936E69-580C-75FC-7AFC-BE08B87B5051}"/>
              </a:ext>
            </a:extLst>
          </p:cNvPr>
          <p:cNvGrpSpPr/>
          <p:nvPr/>
        </p:nvGrpSpPr>
        <p:grpSpPr>
          <a:xfrm>
            <a:off x="1670692" y="607693"/>
            <a:ext cx="2583180" cy="5577840"/>
            <a:chOff x="2211712" y="358140"/>
            <a:chExt cx="2583180" cy="5577840"/>
          </a:xfrm>
        </p:grpSpPr>
        <p:sp>
          <p:nvSpPr>
            <p:cNvPr id="4" name="Diagrama de flujo: terminador 3">
              <a:extLst>
                <a:ext uri="{FF2B5EF4-FFF2-40B4-BE49-F238E27FC236}">
                  <ns2:creationId id="{CBFCBC75-4E92-53EB-8401-4177B8C72143}"/>
                </a:ext>
              </a:extLst>
            </p:cNvPr>
            <p:cNvSpPr/>
            <p:nvPr/>
          </p:nvSpPr>
          <p:spPr>
            <a:xfrm>
              <a:off x="3154687" y="358140"/>
              <a:ext cx="685800" cy="365760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PLAN DE EJECUCION</a:t>
              </a:r>
              <a:endParaRPr lang="es-MX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ectángulo 4">
              <a:extLst>
                <a:ext uri="{FF2B5EF4-FFF2-40B4-BE49-F238E27FC236}">
                  <ns2:creationId id="{A0A8EE27-B307-EADC-8243-014E61FF0EB9}"/>
                </a:ext>
              </a:extLst>
            </p:cNvPr>
            <p:cNvSpPr/>
            <p:nvPr/>
          </p:nvSpPr>
          <p:spPr>
            <a:xfrm>
              <a:off x="3040386" y="1158240"/>
              <a:ext cx="902969" cy="36576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INICIO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Diagrama de flujo: proceso 5">
              <a:extLst>
                <a:ext uri="{FF2B5EF4-FFF2-40B4-BE49-F238E27FC236}">
                  <ns2:creationId id="{BA4C81AD-B3C7-DEE8-7CF6-9B285F887087}"/>
                </a:ext>
              </a:extLst>
            </p:cNvPr>
            <p:cNvSpPr/>
            <p:nvPr/>
          </p:nvSpPr>
          <p:spPr>
            <a:xfrm>
              <a:off x="2211712" y="2245995"/>
              <a:ext cx="2583180" cy="982980"/>
            </a:xfrm>
            <a:prstGeom prst="flowChart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Fase 0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" name="Conector recto de flecha 7">
              <a:extLst>
                <a:ext uri="{FF2B5EF4-FFF2-40B4-BE49-F238E27FC236}">
                  <ns2:creationId id="{EC8D2B44-318A-364B-30A7-330AE406CD2C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flipH="1">
              <a:off x="3491871" y="723900"/>
              <a:ext cx="5716" cy="4343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de flecha 9">
              <a:extLst>
                <a:ext uri="{FF2B5EF4-FFF2-40B4-BE49-F238E27FC236}">
                  <ns2:creationId id="{87B90BC5-BFA5-BC2A-342B-647C119B2A46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3491871" y="1524000"/>
              <a:ext cx="11431" cy="7219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Diagrama de flujo: proceso alternativo 10">
              <a:extLst>
                <a:ext uri="{FF2B5EF4-FFF2-40B4-BE49-F238E27FC236}">
                  <ns2:creationId id="{1CBA0486-80A5-414B-F16E-6766102A5BC5}"/>
                </a:ext>
              </a:extLst>
            </p:cNvPr>
            <p:cNvSpPr/>
            <p:nvPr/>
          </p:nvSpPr>
          <p:spPr>
            <a:xfrm>
              <a:off x="2394592" y="3741421"/>
              <a:ext cx="2217420" cy="1303019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Diagnostico y plan tecnico (1 semana)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Conector recto de flecha 12">
              <a:extLst>
                <a:ext uri="{FF2B5EF4-FFF2-40B4-BE49-F238E27FC236}">
                  <ns2:creationId id="{41A71C6E-8DAA-4691-3DF4-DD73EBDA64A9}"/>
                </a:ext>
              </a:extLst>
            </p:cNvPr>
            <p:cNvCxnSpPr>
              <a:cxnSpLocks/>
              <a:stCxn id="6" idx="2"/>
              <a:endCxn id="11" idx="0"/>
            </p:cNvCxnSpPr>
            <p:nvPr/>
          </p:nvCxnSpPr>
          <p:spPr>
            <a:xfrm>
              <a:off x="3503302" y="3228975"/>
              <a:ext cx="0" cy="5124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iagrama de flujo: terminador 15">
              <a:extLst>
                <a:ext uri="{FF2B5EF4-FFF2-40B4-BE49-F238E27FC236}">
                  <ns2:creationId id="{7E0B2BE1-8F52-4FFA-FBDB-4CB7212522DD}"/>
                </a:ext>
              </a:extLst>
            </p:cNvPr>
            <p:cNvSpPr/>
            <p:nvPr/>
          </p:nvSpPr>
          <p:spPr>
            <a:xfrm>
              <a:off x="3154687" y="5598795"/>
              <a:ext cx="697230" cy="337185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Fase 1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ns2:creationId id="{E22FDB87-1DD1-FF16-B7F1-33251AAB1727}"/>
                </a:ext>
              </a:extLst>
            </p:cNvPr>
            <p:cNvCxnSpPr>
              <a:stCxn id="11" idx="2"/>
              <a:endCxn id="16" idx="0"/>
            </p:cNvCxnSpPr>
            <p:nvPr/>
          </p:nvCxnSpPr>
          <p:spPr>
            <a:xfrm>
              <a:off x="3503302" y="5044440"/>
              <a:ext cx="0" cy="5543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upo 83">
            <a:extLst>
              <a:ext uri="{FF2B5EF4-FFF2-40B4-BE49-F238E27FC236}">
                <ns2:creationId id="{1845E027-3BAF-EC8C-E6AF-23D5D25D2F4F}"/>
              </a:ext>
            </a:extLst>
          </p:cNvPr>
          <p:cNvGrpSpPr/>
          <p:nvPr/>
        </p:nvGrpSpPr>
        <p:grpSpPr>
          <a:xfrm>
            <a:off x="6002660" y="85725"/>
            <a:ext cx="5604504" cy="6640834"/>
            <a:chOff x="6002660" y="85725"/>
            <a:chExt cx="5604504" cy="6640834"/>
          </a:xfrm>
        </p:grpSpPr>
        <p:sp>
          <p:nvSpPr>
            <p:cNvPr id="21" name="Diagrama de flujo: terminador 20">
              <a:extLst>
                <a:ext uri="{FF2B5EF4-FFF2-40B4-BE49-F238E27FC236}">
                  <ns2:creationId id="{E50F56E5-0F13-ED73-115B-23C48783AB66}"/>
                </a:ext>
              </a:extLst>
            </p:cNvPr>
            <p:cNvSpPr/>
            <p:nvPr/>
          </p:nvSpPr>
          <p:spPr>
            <a:xfrm>
              <a:off x="8359145" y="116205"/>
              <a:ext cx="910590" cy="434340"/>
            </a:xfrm>
            <a:prstGeom prst="flowChartTermina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Empaquetado EXE + instalador (2 semanas)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Diagrama de flujo: proceso alternativo 21">
              <a:extLst>
                <a:ext uri="{FF2B5EF4-FFF2-40B4-BE49-F238E27FC236}">
                  <ns2:creationId id="{77B92DC6-80BA-4FCE-82E9-A6DB0CC73AE3}"/>
                </a:ext>
              </a:extLst>
            </p:cNvPr>
            <p:cNvSpPr/>
            <p:nvPr/>
          </p:nvSpPr>
          <p:spPr>
            <a:xfrm>
              <a:off x="7587620" y="896302"/>
              <a:ext cx="2453639" cy="66675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Fase 2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Diagrama de flujo: proceso alternativo 22">
              <a:extLst>
                <a:ext uri="{FF2B5EF4-FFF2-40B4-BE49-F238E27FC236}">
                  <ns2:creationId id="{BD8533E3-8719-9880-C1A7-666B30C3409C}"/>
                </a:ext>
              </a:extLst>
            </p:cNvPr>
            <p:cNvSpPr/>
            <p:nvPr/>
          </p:nvSpPr>
          <p:spPr>
            <a:xfrm>
              <a:off x="6002660" y="2215516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Refactor de incidencias y reglas por tipo (2-3 semanas)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Diagrama de flujo: decisión 23">
              <a:extLst>
                <a:ext uri="{FF2B5EF4-FFF2-40B4-BE49-F238E27FC236}">
                  <ns2:creationId id="{D5143001-6DCC-1112-E0D3-C09221FD732F}"/>
                </a:ext>
              </a:extLst>
            </p:cNvPr>
            <p:cNvSpPr/>
            <p:nvPr/>
          </p:nvSpPr>
          <p:spPr>
            <a:xfrm>
              <a:off x="7865750" y="1965961"/>
              <a:ext cx="1889755" cy="102108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Fase 3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Diagrama de flujo: proceso alternativo 24">
              <a:extLst>
                <a:ext uri="{FF2B5EF4-FFF2-40B4-BE49-F238E27FC236}">
                  <ns2:creationId id="{184B56CB-5680-BA48-DDBE-70CB71AED194}"/>
                </a:ext>
              </a:extLst>
            </p:cNvPr>
            <p:cNvSpPr/>
            <p:nvPr/>
          </p:nvSpPr>
          <p:spPr>
            <a:xfrm>
              <a:off x="7898135" y="3465197"/>
              <a:ext cx="1830704" cy="94869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QA integral y piloto (1-2 semanas)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Diagrama de flujo: decisión 25">
              <a:extLst>
                <a:ext uri="{FF2B5EF4-FFF2-40B4-BE49-F238E27FC236}">
                  <ns2:creationId id="{5FCBFFD4-A357-22E5-375A-9CE201FAF352}"/>
                </a:ext>
              </a:extLst>
            </p:cNvPr>
            <p:cNvSpPr/>
            <p:nvPr/>
          </p:nvSpPr>
          <p:spPr>
            <a:xfrm>
              <a:off x="7867655" y="4732023"/>
              <a:ext cx="1889754" cy="115824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Fase 4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5" name="Conector recto de flecha 34">
              <a:extLst>
                <a:ext uri="{FF2B5EF4-FFF2-40B4-BE49-F238E27FC236}">
                  <ns2:creationId id="{16DE48D6-5785-D273-09D5-7EAA89A10D9E}"/>
                </a:ext>
              </a:extLst>
            </p:cNvPr>
            <p:cNvCxnSpPr>
              <a:stCxn id="22" idx="2"/>
              <a:endCxn id="24" idx="0"/>
            </p:cNvCxnSpPr>
            <p:nvPr/>
          </p:nvCxnSpPr>
          <p:spPr>
            <a:xfrm flipH="1">
              <a:off x="8810628" y="1563052"/>
              <a:ext cx="3812" cy="4029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de flecha 36">
              <a:extLst>
                <a:ext uri="{FF2B5EF4-FFF2-40B4-BE49-F238E27FC236}">
                  <ns2:creationId id="{D3E857CB-D022-989C-D21E-92CFB1C8056C}"/>
                </a:ext>
              </a:extLst>
            </p:cNvPr>
            <p:cNvCxnSpPr>
              <a:stCxn id="24" idx="1"/>
              <a:endCxn id="23" idx="3"/>
            </p:cNvCxnSpPr>
            <p:nvPr/>
          </p:nvCxnSpPr>
          <p:spPr>
            <a:xfrm flipH="1">
              <a:off x="7084700" y="2476501"/>
              <a:ext cx="7810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: angular 40">
              <a:extLst>
                <a:ext uri="{FF2B5EF4-FFF2-40B4-BE49-F238E27FC236}">
                  <ns2:creationId id="{AEF2B146-936D-F07D-868D-7505E22087AA}"/>
                </a:ext>
              </a:extLst>
            </p:cNvPr>
            <p:cNvCxnSpPr>
              <a:stCxn id="23" idx="2"/>
              <a:endCxn id="26" idx="1"/>
            </p:cNvCxnSpPr>
            <p:nvPr/>
          </p:nvCxnSpPr>
          <p:spPr>
            <a:xfrm rot="16200000" flipH="1">
              <a:off x="5918839" y="3362326"/>
              <a:ext cx="2573657" cy="132397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CuadroTexto 43">
              <a:extLst>
                <a:ext uri="{FF2B5EF4-FFF2-40B4-BE49-F238E27FC236}">
                  <ns2:creationId id="{E7671F21-B419-BF46-4CF5-BCAD31206B1A}"/>
                </a:ext>
              </a:extLst>
            </p:cNvPr>
            <p:cNvSpPr txBox="1"/>
            <p:nvPr/>
          </p:nvSpPr>
          <p:spPr>
            <a:xfrm>
              <a:off x="8819677" y="3077082"/>
              <a:ext cx="43910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Salida a produccion y soporte (1 semana)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Diagrama de flujo: proceso alternativo 46">
              <a:extLst>
                <a:ext uri="{FF2B5EF4-FFF2-40B4-BE49-F238E27FC236}">
                  <ns2:creationId id="{D60AD7A1-A84F-6C7A-46B0-7A0D0338AE08}"/>
                </a:ext>
              </a:extLst>
            </p:cNvPr>
            <p:cNvSpPr/>
            <p:nvPr/>
          </p:nvSpPr>
          <p:spPr>
            <a:xfrm>
              <a:off x="10525124" y="5047300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Hitos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9" name="Conector recto de flecha 48">
              <a:extLst>
                <a:ext uri="{FF2B5EF4-FFF2-40B4-BE49-F238E27FC236}">
                  <ns2:creationId id="{20B29CF2-4F92-6CB2-8E59-8B019570EBA4}"/>
                </a:ext>
              </a:extLst>
            </p:cNvPr>
            <p:cNvCxnSpPr>
              <a:stCxn id="26" idx="3"/>
              <a:endCxn id="47" idx="1"/>
            </p:cNvCxnSpPr>
            <p:nvPr/>
          </p:nvCxnSpPr>
          <p:spPr>
            <a:xfrm flipV="1">
              <a:off x="9757409" y="5308285"/>
              <a:ext cx="767715" cy="28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de flecha 50">
              <a:extLst>
                <a:ext uri="{FF2B5EF4-FFF2-40B4-BE49-F238E27FC236}">
                  <ns2:creationId id="{B8BBA746-62A3-3186-D199-32AA428E82E9}"/>
                </a:ext>
              </a:extLst>
            </p:cNvPr>
            <p:cNvCxnSpPr>
              <a:stCxn id="21" idx="2"/>
              <a:endCxn id="22" idx="0"/>
            </p:cNvCxnSpPr>
            <p:nvPr/>
          </p:nvCxnSpPr>
          <p:spPr>
            <a:xfrm>
              <a:off x="8814440" y="550545"/>
              <a:ext cx="0" cy="34575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Diagrama de flujo: proceso alternativo 51">
              <a:extLst>
                <a:ext uri="{FF2B5EF4-FFF2-40B4-BE49-F238E27FC236}">
                  <ns2:creationId id="{AF7273ED-532B-4E8F-9541-33647E255FEE}"/>
                </a:ext>
              </a:extLst>
            </p:cNvPr>
            <p:cNvSpPr/>
            <p:nvPr/>
          </p:nvSpPr>
          <p:spPr>
            <a:xfrm>
              <a:off x="7825743" y="6331956"/>
              <a:ext cx="2047874" cy="362485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Entregables y aprobaciones por fase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4" name="Conector recto de flecha 53">
              <a:extLst>
                <a:ext uri="{FF2B5EF4-FFF2-40B4-BE49-F238E27FC236}">
                  <ns2:creationId id="{781CDEB3-8057-554B-05CE-97FA94EBCF5C}"/>
                </a:ext>
              </a:extLst>
            </p:cNvPr>
            <p:cNvCxnSpPr>
              <a:cxnSpLocks/>
              <a:stCxn id="26" idx="2"/>
              <a:endCxn id="52" idx="0"/>
            </p:cNvCxnSpPr>
            <p:nvPr/>
          </p:nvCxnSpPr>
          <p:spPr>
            <a:xfrm>
              <a:off x="8812532" y="5890263"/>
              <a:ext cx="37148" cy="4416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de flecha 55">
              <a:extLst>
                <a:ext uri="{FF2B5EF4-FFF2-40B4-BE49-F238E27FC236}">
                  <ns2:creationId id="{2324D596-B1C4-0B09-0B50-000BDF663118}"/>
                </a:ext>
              </a:extLst>
            </p:cNvPr>
            <p:cNvCxnSpPr>
              <a:stCxn id="25" idx="2"/>
              <a:endCxn id="26" idx="0"/>
            </p:cNvCxnSpPr>
            <p:nvPr/>
          </p:nvCxnSpPr>
          <p:spPr>
            <a:xfrm flipH="1">
              <a:off x="8812532" y="4413887"/>
              <a:ext cx="955" cy="3181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CuadroTexto 57">
              <a:extLst>
                <a:ext uri="{FF2B5EF4-FFF2-40B4-BE49-F238E27FC236}">
                  <ns2:creationId id="{A9A81ECA-4E10-A16E-3E06-B5DD7C8BD612}"/>
                </a:ext>
              </a:extLst>
            </p:cNvPr>
            <p:cNvSpPr txBox="1"/>
            <p:nvPr/>
          </p:nvSpPr>
          <p:spPr>
            <a:xfrm>
              <a:off x="8658227" y="5917617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KPI 1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CuadroTexto 58">
              <a:extLst>
                <a:ext uri="{FF2B5EF4-FFF2-40B4-BE49-F238E27FC236}">
                  <ns2:creationId id="{E840E5EA-519F-9B6A-366B-8CBEFD906500}"/>
                </a:ext>
              </a:extLst>
            </p:cNvPr>
            <p:cNvSpPr txBox="1"/>
            <p:nvPr/>
          </p:nvSpPr>
          <p:spPr>
            <a:xfrm>
              <a:off x="9940288" y="5177480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Disponibilidad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1" name="Conector: angular 60">
              <a:extLst>
                <a:ext uri="{FF2B5EF4-FFF2-40B4-BE49-F238E27FC236}">
                  <ns2:creationId id="{D089B240-CA16-6B32-CEF0-DF194844DDF0}"/>
                </a:ext>
              </a:extLst>
            </p:cNvPr>
            <p:cNvCxnSpPr>
              <a:stCxn id="24" idx="3"/>
              <a:endCxn id="47" idx="0"/>
            </p:cNvCxnSpPr>
            <p:nvPr/>
          </p:nvCxnSpPr>
          <p:spPr>
            <a:xfrm>
              <a:off x="9755505" y="2476501"/>
              <a:ext cx="1310639" cy="257079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CuadroTexto 61">
              <a:extLst>
                <a:ext uri="{FF2B5EF4-FFF2-40B4-BE49-F238E27FC236}">
                  <ns2:creationId id="{FCAC799A-8EA2-44CD-B658-4BDA24F7CFC6}"/>
                </a:ext>
              </a:extLst>
            </p:cNvPr>
            <p:cNvSpPr txBox="1"/>
            <p:nvPr/>
          </p:nvSpPr>
          <p:spPr>
            <a:xfrm>
              <a:off x="10119356" y="2346321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KPI 2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Diagrama de flujo: conector 65">
              <a:extLst>
                <a:ext uri="{FF2B5EF4-FFF2-40B4-BE49-F238E27FC236}">
                  <ns2:creationId id="{CE82F1E3-6641-3578-072D-0CFE1AD19A6C}"/>
                </a:ext>
              </a:extLst>
            </p:cNvPr>
            <p:cNvSpPr/>
            <p:nvPr/>
          </p:nvSpPr>
          <p:spPr>
            <a:xfrm>
              <a:off x="10793734" y="6286503"/>
              <a:ext cx="559116" cy="440056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Tasa de error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8" name="Conector recto de flecha 67">
              <a:extLst>
                <a:ext uri="{FF2B5EF4-FFF2-40B4-BE49-F238E27FC236}">
                  <ns2:creationId id="{DD7DEE91-FD91-EF47-BB7A-53B3FEB57CF5}"/>
                </a:ext>
              </a:extLst>
            </p:cNvPr>
            <p:cNvCxnSpPr>
              <a:cxnSpLocks/>
              <a:stCxn id="47" idx="2"/>
              <a:endCxn id="66" idx="0"/>
            </p:cNvCxnSpPr>
            <p:nvPr/>
          </p:nvCxnSpPr>
          <p:spPr>
            <a:xfrm>
              <a:off x="11066144" y="5569270"/>
              <a:ext cx="7148" cy="717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de flecha 69">
              <a:extLst>
                <a:ext uri="{FF2B5EF4-FFF2-40B4-BE49-F238E27FC236}">
                  <ns2:creationId id="{70615A30-D841-B07D-86A0-FCB5A813D8D6}"/>
                </a:ext>
              </a:extLst>
            </p:cNvPr>
            <p:cNvCxnSpPr>
              <a:cxnSpLocks/>
              <a:stCxn id="52" idx="3"/>
              <a:endCxn id="66" idx="2"/>
            </p:cNvCxnSpPr>
            <p:nvPr/>
          </p:nvCxnSpPr>
          <p:spPr>
            <a:xfrm flipV="1">
              <a:off x="9873617" y="6506531"/>
              <a:ext cx="920117" cy="66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Diagrama de flujo: conector 74">
              <a:extLst>
                <a:ext uri="{FF2B5EF4-FFF2-40B4-BE49-F238E27FC236}">
                  <ns2:creationId id="{8A33810A-DCE4-70A8-2FFB-1E586B7D972B}"/>
                </a:ext>
              </a:extLst>
            </p:cNvPr>
            <p:cNvSpPr/>
            <p:nvPr/>
          </p:nvSpPr>
          <p:spPr>
            <a:xfrm>
              <a:off x="6385569" y="85725"/>
              <a:ext cx="746753" cy="521968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KPI 3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7" name="Conector recto de flecha 76">
              <a:extLst>
                <a:ext uri="{FF2B5EF4-FFF2-40B4-BE49-F238E27FC236}">
                  <ns2:creationId id="{ED1005D9-B557-8171-BB58-4662E60A043C}"/>
                </a:ext>
              </a:extLst>
            </p:cNvPr>
            <p:cNvCxnSpPr>
              <a:stCxn id="75" idx="6"/>
              <a:endCxn id="21" idx="1"/>
            </p:cNvCxnSpPr>
            <p:nvPr/>
          </p:nvCxnSpPr>
          <p:spPr>
            <a:xfrm flipV="1">
              <a:off x="7132322" y="333375"/>
              <a:ext cx="1226823" cy="133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de flecha 82">
              <a:extLst>
                <a:ext uri="{FF2B5EF4-FFF2-40B4-BE49-F238E27FC236}">
                  <ns2:creationId id="{F06F9AF2-FE39-B974-9BD9-EABA607791DA}"/>
                </a:ext>
              </a:extLst>
            </p:cNvPr>
            <p:cNvCxnSpPr>
              <a:stCxn id="24" idx="2"/>
              <a:endCxn id="25" idx="0"/>
            </p:cNvCxnSpPr>
            <p:nvPr/>
          </p:nvCxnSpPr>
          <p:spPr>
            <a:xfrm>
              <a:off x="8810628" y="2987041"/>
              <a:ext cx="2859" cy="4781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ns3:creationId val="1813298320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upo 84">
            <a:extLst>
              <a:ext uri="{FF2B5EF4-FFF2-40B4-BE49-F238E27FC236}">
                <ns2:creationId id="{2F936E69-580C-75FC-7AFC-BE08B87B5051}"/>
              </a:ext>
            </a:extLst>
          </p:cNvPr>
          <p:cNvGrpSpPr/>
          <p:nvPr/>
        </p:nvGrpSpPr>
        <p:grpSpPr>
          <a:xfrm>
            <a:off x="1670692" y="607693"/>
            <a:ext cx="2583180" cy="5577840"/>
            <a:chOff x="2211712" y="358140"/>
            <a:chExt cx="2583180" cy="5577840"/>
          </a:xfrm>
        </p:grpSpPr>
        <p:sp>
          <p:nvSpPr>
            <p:cNvPr id="4" name="Diagrama de flujo: terminador 3">
              <a:extLst>
                <a:ext uri="{FF2B5EF4-FFF2-40B4-BE49-F238E27FC236}">
                  <ns2:creationId id="{CBFCBC75-4E92-53EB-8401-4177B8C72143}"/>
                </a:ext>
              </a:extLst>
            </p:cNvPr>
            <p:cNvSpPr/>
            <p:nvPr/>
          </p:nvSpPr>
          <p:spPr>
            <a:xfrm>
              <a:off x="3154687" y="358140"/>
              <a:ext cx="685800" cy="365760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INVERSION Y BENEFICIO</a:t>
              </a:r>
              <a:endParaRPr lang="es-MX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ectángulo 4">
              <a:extLst>
                <a:ext uri="{FF2B5EF4-FFF2-40B4-BE49-F238E27FC236}">
                  <ns2:creationId id="{A0A8EE27-B307-EADC-8243-014E61FF0EB9}"/>
                </a:ext>
              </a:extLst>
            </p:cNvPr>
            <p:cNvSpPr/>
            <p:nvPr/>
          </p:nvSpPr>
          <p:spPr>
            <a:xfrm>
              <a:off x="3040386" y="1158240"/>
              <a:ext cx="902969" cy="36576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INICIO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Diagrama de flujo: proceso 5">
              <a:extLst>
                <a:ext uri="{FF2B5EF4-FFF2-40B4-BE49-F238E27FC236}">
                  <ns2:creationId id="{BA4C81AD-B3C7-DEE8-7CF6-9B285F887087}"/>
                </a:ext>
              </a:extLst>
            </p:cNvPr>
            <p:cNvSpPr/>
            <p:nvPr/>
          </p:nvSpPr>
          <p:spPr>
            <a:xfrm>
              <a:off x="2211712" y="2245995"/>
              <a:ext cx="2583180" cy="982980"/>
            </a:xfrm>
            <a:prstGeom prst="flowChart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Esfuerzo estimado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" name="Conector recto de flecha 7">
              <a:extLst>
                <a:ext uri="{FF2B5EF4-FFF2-40B4-BE49-F238E27FC236}">
                  <ns2:creationId id="{EC8D2B44-318A-364B-30A7-330AE406CD2C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flipH="1">
              <a:off x="3491871" y="723900"/>
              <a:ext cx="5716" cy="4343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de flecha 9">
              <a:extLst>
                <a:ext uri="{FF2B5EF4-FFF2-40B4-BE49-F238E27FC236}">
                  <ns2:creationId id="{87B90BC5-BFA5-BC2A-342B-647C119B2A46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3491871" y="1524000"/>
              <a:ext cx="11431" cy="7219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Diagrama de flujo: proceso alternativo 10">
              <a:extLst>
                <a:ext uri="{FF2B5EF4-FFF2-40B4-BE49-F238E27FC236}">
                  <ns2:creationId id="{1CBA0486-80A5-414B-F16E-6766102A5BC5}"/>
                </a:ext>
              </a:extLst>
            </p:cNvPr>
            <p:cNvSpPr/>
            <p:nvPr/>
          </p:nvSpPr>
          <p:spPr>
            <a:xfrm>
              <a:off x="2394592" y="3741421"/>
              <a:ext cx="2217420" cy="1303019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Moderado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Conector recto de flecha 12">
              <a:extLst>
                <a:ext uri="{FF2B5EF4-FFF2-40B4-BE49-F238E27FC236}">
                  <ns2:creationId id="{41A71C6E-8DAA-4691-3DF4-DD73EBDA64A9}"/>
                </a:ext>
              </a:extLst>
            </p:cNvPr>
            <p:cNvCxnSpPr>
              <a:cxnSpLocks/>
              <a:stCxn id="6" idx="2"/>
              <a:endCxn id="11" idx="0"/>
            </p:cNvCxnSpPr>
            <p:nvPr/>
          </p:nvCxnSpPr>
          <p:spPr>
            <a:xfrm>
              <a:off x="3503302" y="3228975"/>
              <a:ext cx="0" cy="5124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iagrama de flujo: terminador 15">
              <a:extLst>
                <a:ext uri="{FF2B5EF4-FFF2-40B4-BE49-F238E27FC236}">
                  <ns2:creationId id="{7E0B2BE1-8F52-4FFA-FBDB-4CB7212522DD}"/>
                </a:ext>
              </a:extLst>
            </p:cNvPr>
            <p:cNvSpPr/>
            <p:nvPr/>
          </p:nvSpPr>
          <p:spPr>
            <a:xfrm>
              <a:off x="3154687" y="5598795"/>
              <a:ext cx="697230" cy="337185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Retorno operativo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ns2:creationId id="{E22FDB87-1DD1-FF16-B7F1-33251AAB1727}"/>
                </a:ext>
              </a:extLst>
            </p:cNvPr>
            <p:cNvCxnSpPr>
              <a:stCxn id="11" idx="2"/>
              <a:endCxn id="16" idx="0"/>
            </p:cNvCxnSpPr>
            <p:nvPr/>
          </p:nvCxnSpPr>
          <p:spPr>
            <a:xfrm>
              <a:off x="3503302" y="5044440"/>
              <a:ext cx="0" cy="5543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upo 83">
            <a:extLst>
              <a:ext uri="{FF2B5EF4-FFF2-40B4-BE49-F238E27FC236}">
                <ns2:creationId id="{1845E027-3BAF-EC8C-E6AF-23D5D25D2F4F}"/>
              </a:ext>
            </a:extLst>
          </p:cNvPr>
          <p:cNvGrpSpPr/>
          <p:nvPr/>
        </p:nvGrpSpPr>
        <p:grpSpPr>
          <a:xfrm>
            <a:off x="6002660" y="85725"/>
            <a:ext cx="5604504" cy="6640834"/>
            <a:chOff x="6002660" y="85725"/>
            <a:chExt cx="5604504" cy="6640834"/>
          </a:xfrm>
        </p:grpSpPr>
        <p:sp>
          <p:nvSpPr>
            <p:cNvPr id="21" name="Diagrama de flujo: terminador 20">
              <a:extLst>
                <a:ext uri="{FF2B5EF4-FFF2-40B4-BE49-F238E27FC236}">
                  <ns2:creationId id="{E50F56E5-0F13-ED73-115B-23C48783AB66}"/>
                </a:ext>
              </a:extLst>
            </p:cNvPr>
            <p:cNvSpPr/>
            <p:nvPr/>
          </p:nvSpPr>
          <p:spPr>
            <a:xfrm>
              <a:off x="8359145" y="116205"/>
              <a:ext cx="910590" cy="434340"/>
            </a:xfrm>
            <a:prstGeom prst="flowChartTermina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Diagrama de flujo: proceso alternativo 21">
              <a:extLst>
                <a:ext uri="{FF2B5EF4-FFF2-40B4-BE49-F238E27FC236}">
                  <ns2:creationId id="{77B92DC6-80BA-4FCE-82E9-A6DB0CC73AE3}"/>
                </a:ext>
              </a:extLst>
            </p:cNvPr>
            <p:cNvSpPr/>
            <p:nvPr/>
          </p:nvSpPr>
          <p:spPr>
            <a:xfrm>
              <a:off x="7587620" y="896302"/>
              <a:ext cx="2453639" cy="66675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Ahorro esperado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Diagrama de flujo: proceso alternativo 22">
              <a:extLst>
                <a:ext uri="{FF2B5EF4-FFF2-40B4-BE49-F238E27FC236}">
                  <ns2:creationId id="{BD8533E3-8719-9880-C1A7-666B30C3409C}"/>
                </a:ext>
              </a:extLst>
            </p:cNvPr>
            <p:cNvSpPr/>
            <p:nvPr/>
          </p:nvSpPr>
          <p:spPr>
            <a:xfrm>
              <a:off x="6002660" y="2215516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Menor tiempo de soporte e incidencias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Diagrama de flujo: decisión 23">
              <a:extLst>
                <a:ext uri="{FF2B5EF4-FFF2-40B4-BE49-F238E27FC236}">
                  <ns2:creationId id="{D5143001-6DCC-1112-E0D3-C09221FD732F}"/>
                </a:ext>
              </a:extLst>
            </p:cNvPr>
            <p:cNvSpPr/>
            <p:nvPr/>
          </p:nvSpPr>
          <p:spPr>
            <a:xfrm>
              <a:off x="7865750" y="1965961"/>
              <a:ext cx="1889755" cy="102108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Valor RH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Diagrama de flujo: proceso alternativo 24">
              <a:extLst>
                <a:ext uri="{FF2B5EF4-FFF2-40B4-BE49-F238E27FC236}">
                  <ns2:creationId id="{184B56CB-5680-BA48-DDBE-70CB71AED194}"/>
                </a:ext>
              </a:extLst>
            </p:cNvPr>
            <p:cNvSpPr/>
            <p:nvPr/>
          </p:nvSpPr>
          <p:spPr>
            <a:xfrm>
              <a:off x="7898135" y="3465197"/>
              <a:ext cx="1830704" cy="94869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Control de incidencias y sanciones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Diagrama de flujo: decisión 25">
              <a:extLst>
                <a:ext uri="{FF2B5EF4-FFF2-40B4-BE49-F238E27FC236}">
                  <ns2:creationId id="{5FCBFFD4-A357-22E5-375A-9CE201FAF352}"/>
                </a:ext>
              </a:extLst>
            </p:cNvPr>
            <p:cNvSpPr/>
            <p:nvPr/>
          </p:nvSpPr>
          <p:spPr>
            <a:xfrm>
              <a:off x="7867655" y="4732023"/>
              <a:ext cx="1889754" cy="115824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Valor TI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5" name="Conector recto de flecha 34">
              <a:extLst>
                <a:ext uri="{FF2B5EF4-FFF2-40B4-BE49-F238E27FC236}">
                  <ns2:creationId id="{16DE48D6-5785-D273-09D5-7EAA89A10D9E}"/>
                </a:ext>
              </a:extLst>
            </p:cNvPr>
            <p:cNvCxnSpPr>
              <a:stCxn id="22" idx="2"/>
              <a:endCxn id="24" idx="0"/>
            </p:cNvCxnSpPr>
            <p:nvPr/>
          </p:nvCxnSpPr>
          <p:spPr>
            <a:xfrm flipH="1">
              <a:off x="8810628" y="1563052"/>
              <a:ext cx="3812" cy="4029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de flecha 36">
              <a:extLst>
                <a:ext uri="{FF2B5EF4-FFF2-40B4-BE49-F238E27FC236}">
                  <ns2:creationId id="{D3E857CB-D022-989C-D21E-92CFB1C8056C}"/>
                </a:ext>
              </a:extLst>
            </p:cNvPr>
            <p:cNvCxnSpPr>
              <a:stCxn id="24" idx="1"/>
              <a:endCxn id="23" idx="3"/>
            </p:cNvCxnSpPr>
            <p:nvPr/>
          </p:nvCxnSpPr>
          <p:spPr>
            <a:xfrm flipH="1">
              <a:off x="7084700" y="2476501"/>
              <a:ext cx="7810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: angular 40">
              <a:extLst>
                <a:ext uri="{FF2B5EF4-FFF2-40B4-BE49-F238E27FC236}">
                  <ns2:creationId id="{AEF2B146-936D-F07D-868D-7505E22087AA}"/>
                </a:ext>
              </a:extLst>
            </p:cNvPr>
            <p:cNvCxnSpPr>
              <a:stCxn id="23" idx="2"/>
              <a:endCxn id="26" idx="1"/>
            </p:cNvCxnSpPr>
            <p:nvPr/>
          </p:nvCxnSpPr>
          <p:spPr>
            <a:xfrm rot="16200000" flipH="1">
              <a:off x="5918839" y="3362326"/>
              <a:ext cx="2573657" cy="132397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CuadroTexto 43">
              <a:extLst>
                <a:ext uri="{FF2B5EF4-FFF2-40B4-BE49-F238E27FC236}">
                  <ns2:creationId id="{E7671F21-B419-BF46-4CF5-BCAD31206B1A}"/>
                </a:ext>
              </a:extLst>
            </p:cNvPr>
            <p:cNvSpPr txBox="1"/>
            <p:nvPr/>
          </p:nvSpPr>
          <p:spPr>
            <a:xfrm>
              <a:off x="8819677" y="3077082"/>
              <a:ext cx="43910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Estandarizacion y menor variabilidad de entornos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Diagrama de flujo: proceso alternativo 46">
              <a:extLst>
                <a:ext uri="{FF2B5EF4-FFF2-40B4-BE49-F238E27FC236}">
                  <ns2:creationId id="{D60AD7A1-A84F-6C7A-46B0-7A0D0338AE08}"/>
                </a:ext>
              </a:extLst>
            </p:cNvPr>
            <p:cNvSpPr/>
            <p:nvPr/>
          </p:nvSpPr>
          <p:spPr>
            <a:xfrm>
              <a:off x="10525124" y="5047300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Costo de no hacer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9" name="Conector recto de flecha 48">
              <a:extLst>
                <a:ext uri="{FF2B5EF4-FFF2-40B4-BE49-F238E27FC236}">
                  <ns2:creationId id="{20B29CF2-4F92-6CB2-8E59-8B019570EBA4}"/>
                </a:ext>
              </a:extLst>
            </p:cNvPr>
            <p:cNvCxnSpPr>
              <a:stCxn id="26" idx="3"/>
              <a:endCxn id="47" idx="1"/>
            </p:cNvCxnSpPr>
            <p:nvPr/>
          </p:nvCxnSpPr>
          <p:spPr>
            <a:xfrm flipV="1">
              <a:off x="9757409" y="5308285"/>
              <a:ext cx="767715" cy="28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de flecha 50">
              <a:extLst>
                <a:ext uri="{FF2B5EF4-FFF2-40B4-BE49-F238E27FC236}">
                  <ns2:creationId id="{B8BBA746-62A3-3186-D199-32AA428E82E9}"/>
                </a:ext>
              </a:extLst>
            </p:cNvPr>
            <p:cNvCxnSpPr>
              <a:stCxn id="21" idx="2"/>
              <a:endCxn id="22" idx="0"/>
            </p:cNvCxnSpPr>
            <p:nvPr/>
          </p:nvCxnSpPr>
          <p:spPr>
            <a:xfrm>
              <a:off x="8814440" y="550545"/>
              <a:ext cx="0" cy="34575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Diagrama de flujo: proceso alternativo 51">
              <a:extLst>
                <a:ext uri="{FF2B5EF4-FFF2-40B4-BE49-F238E27FC236}">
                  <ns2:creationId id="{AF7273ED-532B-4E8F-9541-33647E255FEE}"/>
                </a:ext>
              </a:extLst>
            </p:cNvPr>
            <p:cNvSpPr/>
            <p:nvPr/>
          </p:nvSpPr>
          <p:spPr>
            <a:xfrm>
              <a:off x="7825743" y="6331956"/>
              <a:ext cx="2047874" cy="362485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Mayor friccion, errores manuales y baja trazabilidad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4" name="Conector recto de flecha 53">
              <a:extLst>
                <a:ext uri="{FF2B5EF4-FFF2-40B4-BE49-F238E27FC236}">
                  <ns2:creationId id="{781CDEB3-8057-554B-05CE-97FA94EBCF5C}"/>
                </a:ext>
              </a:extLst>
            </p:cNvPr>
            <p:cNvCxnSpPr>
              <a:cxnSpLocks/>
              <a:stCxn id="26" idx="2"/>
              <a:endCxn id="52" idx="0"/>
            </p:cNvCxnSpPr>
            <p:nvPr/>
          </p:nvCxnSpPr>
          <p:spPr>
            <a:xfrm>
              <a:off x="8812532" y="5890263"/>
              <a:ext cx="37148" cy="4416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de flecha 55">
              <a:extLst>
                <a:ext uri="{FF2B5EF4-FFF2-40B4-BE49-F238E27FC236}">
                  <ns2:creationId id="{2324D596-B1C4-0B09-0B50-000BDF663118}"/>
                </a:ext>
              </a:extLst>
            </p:cNvPr>
            <p:cNvCxnSpPr>
              <a:stCxn id="25" idx="2"/>
              <a:endCxn id="26" idx="0"/>
            </p:cNvCxnSpPr>
            <p:nvPr/>
          </p:nvCxnSpPr>
          <p:spPr>
            <a:xfrm flipH="1">
              <a:off x="8812532" y="4413887"/>
              <a:ext cx="955" cy="3181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CuadroTexto 57">
              <a:extLst>
                <a:ext uri="{FF2B5EF4-FFF2-40B4-BE49-F238E27FC236}">
                  <ns2:creationId id="{A9A81ECA-4E10-A16E-3E06-B5DD7C8BD612}"/>
                </a:ext>
              </a:extLst>
            </p:cNvPr>
            <p:cNvSpPr txBox="1"/>
            <p:nvPr/>
          </p:nvSpPr>
          <p:spPr>
            <a:xfrm>
              <a:off x="8658227" y="5917617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Escalabilidad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CuadroTexto 58">
              <a:extLst>
                <a:ext uri="{FF2B5EF4-FFF2-40B4-BE49-F238E27FC236}">
                  <ns2:creationId id="{E840E5EA-519F-9B6A-366B-8CBEFD906500}"/>
                </a:ext>
              </a:extLst>
            </p:cNvPr>
            <p:cNvSpPr txBox="1"/>
            <p:nvPr/>
          </p:nvSpPr>
          <p:spPr>
            <a:xfrm>
              <a:off x="9940288" y="5177480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Base para nuevas reglas institucionales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1" name="Conector: angular 60">
              <a:extLst>
                <a:ext uri="{FF2B5EF4-FFF2-40B4-BE49-F238E27FC236}">
                  <ns2:creationId id="{D089B240-CA16-6B32-CEF0-DF194844DDF0}"/>
                </a:ext>
              </a:extLst>
            </p:cNvPr>
            <p:cNvCxnSpPr>
              <a:stCxn id="24" idx="3"/>
              <a:endCxn id="47" idx="0"/>
            </p:cNvCxnSpPr>
            <p:nvPr/>
          </p:nvCxnSpPr>
          <p:spPr>
            <a:xfrm>
              <a:off x="9755505" y="2476501"/>
              <a:ext cx="1310639" cy="257079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CuadroTexto 61">
              <a:extLst>
                <a:ext uri="{FF2B5EF4-FFF2-40B4-BE49-F238E27FC236}">
                  <ns2:creationId id="{FCAC799A-8EA2-44CD-B658-4BDA24F7CFC6}"/>
                </a:ext>
              </a:extLst>
            </p:cNvPr>
            <p:cNvSpPr txBox="1"/>
            <p:nvPr/>
          </p:nvSpPr>
          <p:spPr>
            <a:xfrm>
              <a:off x="10119356" y="2346321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Decision financiera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Diagrama de flujo: conector 65">
              <a:extLst>
                <a:ext uri="{FF2B5EF4-FFF2-40B4-BE49-F238E27FC236}">
                  <ns2:creationId id="{CE82F1E3-6641-3578-072D-0CFE1AD19A6C}"/>
                </a:ext>
              </a:extLst>
            </p:cNvPr>
            <p:cNvSpPr/>
            <p:nvPr/>
          </p:nvSpPr>
          <p:spPr>
            <a:xfrm>
              <a:off x="10793734" y="6286503"/>
              <a:ext cx="559116" cy="440056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Viable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8" name="Conector recto de flecha 67">
              <a:extLst>
                <a:ext uri="{FF2B5EF4-FFF2-40B4-BE49-F238E27FC236}">
                  <ns2:creationId id="{DD7DEE91-FD91-EF47-BB7A-53B3FEB57CF5}"/>
                </a:ext>
              </a:extLst>
            </p:cNvPr>
            <p:cNvCxnSpPr>
              <a:cxnSpLocks/>
              <a:stCxn id="47" idx="2"/>
              <a:endCxn id="66" idx="0"/>
            </p:cNvCxnSpPr>
            <p:nvPr/>
          </p:nvCxnSpPr>
          <p:spPr>
            <a:xfrm>
              <a:off x="11066144" y="5569270"/>
              <a:ext cx="7148" cy="717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de flecha 69">
              <a:extLst>
                <a:ext uri="{FF2B5EF4-FFF2-40B4-BE49-F238E27FC236}">
                  <ns2:creationId id="{70615A30-D841-B07D-86A0-FCB5A813D8D6}"/>
                </a:ext>
              </a:extLst>
            </p:cNvPr>
            <p:cNvCxnSpPr>
              <a:cxnSpLocks/>
              <a:stCxn id="52" idx="3"/>
              <a:endCxn id="66" idx="2"/>
            </p:cNvCxnSpPr>
            <p:nvPr/>
          </p:nvCxnSpPr>
          <p:spPr>
            <a:xfrm flipV="1">
              <a:off x="9873617" y="6506531"/>
              <a:ext cx="920117" cy="66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Diagrama de flujo: conector 74">
              <a:extLst>
                <a:ext uri="{FF2B5EF4-FFF2-40B4-BE49-F238E27FC236}">
                  <ns2:creationId id="{8A33810A-DCE4-70A8-2FFB-1E586B7D972B}"/>
                </a:ext>
              </a:extLst>
            </p:cNvPr>
            <p:cNvSpPr/>
            <p:nvPr/>
          </p:nvSpPr>
          <p:spPr>
            <a:xfrm>
              <a:off x="6385569" y="85725"/>
              <a:ext cx="746753" cy="521968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FIN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7" name="Conector recto de flecha 76">
              <a:extLst>
                <a:ext uri="{FF2B5EF4-FFF2-40B4-BE49-F238E27FC236}">
                  <ns2:creationId id="{ED1005D9-B557-8171-BB58-4662E60A043C}"/>
                </a:ext>
              </a:extLst>
            </p:cNvPr>
            <p:cNvCxnSpPr>
              <a:stCxn id="75" idx="6"/>
              <a:endCxn id="21" idx="1"/>
            </p:cNvCxnSpPr>
            <p:nvPr/>
          </p:nvCxnSpPr>
          <p:spPr>
            <a:xfrm flipV="1">
              <a:off x="7132322" y="333375"/>
              <a:ext cx="1226823" cy="133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de flecha 82">
              <a:extLst>
                <a:ext uri="{FF2B5EF4-FFF2-40B4-BE49-F238E27FC236}">
                  <ns2:creationId id="{F06F9AF2-FE39-B974-9BD9-EABA607791DA}"/>
                </a:ext>
              </a:extLst>
            </p:cNvPr>
            <p:cNvCxnSpPr>
              <a:stCxn id="24" idx="2"/>
              <a:endCxn id="25" idx="0"/>
            </p:cNvCxnSpPr>
            <p:nvPr/>
          </p:nvCxnSpPr>
          <p:spPr>
            <a:xfrm>
              <a:off x="8810628" y="2987041"/>
              <a:ext cx="2859" cy="4781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ns3:creationId val="1813298320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upo 84">
            <a:extLst>
              <a:ext uri="{FF2B5EF4-FFF2-40B4-BE49-F238E27FC236}">
                <ns2:creationId id="{2F936E69-580C-75FC-7AFC-BE08B87B5051}"/>
              </a:ext>
            </a:extLst>
          </p:cNvPr>
          <p:cNvGrpSpPr/>
          <p:nvPr/>
        </p:nvGrpSpPr>
        <p:grpSpPr>
          <a:xfrm>
            <a:off x="1670692" y="607693"/>
            <a:ext cx="2583180" cy="5577840"/>
            <a:chOff x="2211712" y="358140"/>
            <a:chExt cx="2583180" cy="5577840"/>
          </a:xfrm>
        </p:grpSpPr>
        <p:sp>
          <p:nvSpPr>
            <p:cNvPr id="4" name="Diagrama de flujo: terminador 3">
              <a:extLst>
                <a:ext uri="{FF2B5EF4-FFF2-40B4-BE49-F238E27FC236}">
                  <ns2:creationId id="{CBFCBC75-4E92-53EB-8401-4177B8C72143}"/>
                </a:ext>
              </a:extLst>
            </p:cNvPr>
            <p:cNvSpPr/>
            <p:nvPr/>
          </p:nvSpPr>
          <p:spPr>
            <a:xfrm>
              <a:off x="3154687" y="358140"/>
              <a:ext cx="685800" cy="365760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ANEXO A - ALCANCE TECNICO</a:t>
              </a:r>
              <a:endParaRPr lang="es-MX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ectángulo 4">
              <a:extLst>
                <a:ext uri="{FF2B5EF4-FFF2-40B4-BE49-F238E27FC236}">
                  <ns2:creationId id="{A0A8EE27-B307-EADC-8243-014E61FF0EB9}"/>
                </a:ext>
              </a:extLst>
            </p:cNvPr>
            <p:cNvSpPr/>
            <p:nvPr/>
          </p:nvSpPr>
          <p:spPr>
            <a:xfrm>
              <a:off x="3040386" y="1158240"/>
              <a:ext cx="902969" cy="36576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INICIO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Diagrama de flujo: proceso 5">
              <a:extLst>
                <a:ext uri="{FF2B5EF4-FFF2-40B4-BE49-F238E27FC236}">
                  <ns2:creationId id="{BA4C81AD-B3C7-DEE8-7CF6-9B285F887087}"/>
                </a:ext>
              </a:extLst>
            </p:cNvPr>
            <p:cNvSpPr/>
            <p:nvPr/>
          </p:nvSpPr>
          <p:spPr>
            <a:xfrm>
              <a:off x="2211712" y="2245995"/>
              <a:ext cx="2583180" cy="982980"/>
            </a:xfrm>
            <a:prstGeom prst="flowChart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Incluye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" name="Conector recto de flecha 7">
              <a:extLst>
                <a:ext uri="{FF2B5EF4-FFF2-40B4-BE49-F238E27FC236}">
                  <ns2:creationId id="{EC8D2B44-318A-364B-30A7-330AE406CD2C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flipH="1">
              <a:off x="3491871" y="723900"/>
              <a:ext cx="5716" cy="4343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de flecha 9">
              <a:extLst>
                <a:ext uri="{FF2B5EF4-FFF2-40B4-BE49-F238E27FC236}">
                  <ns2:creationId id="{87B90BC5-BFA5-BC2A-342B-647C119B2A46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3491871" y="1524000"/>
              <a:ext cx="11431" cy="7219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Diagrama de flujo: proceso alternativo 10">
              <a:extLst>
                <a:ext uri="{FF2B5EF4-FFF2-40B4-BE49-F238E27FC236}">
                  <ns2:creationId id="{1CBA0486-80A5-414B-F16E-6766102A5BC5}"/>
                </a:ext>
              </a:extLst>
            </p:cNvPr>
            <p:cNvSpPr/>
            <p:nvPr/>
          </p:nvSpPr>
          <p:spPr>
            <a:xfrm>
              <a:off x="2394592" y="3741421"/>
              <a:ext cx="2217420" cy="1303019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Empaquetado, instalador, respaldos, actualizacion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Conector recto de flecha 12">
              <a:extLst>
                <a:ext uri="{FF2B5EF4-FFF2-40B4-BE49-F238E27FC236}">
                  <ns2:creationId id="{41A71C6E-8DAA-4691-3DF4-DD73EBDA64A9}"/>
                </a:ext>
              </a:extLst>
            </p:cNvPr>
            <p:cNvCxnSpPr>
              <a:cxnSpLocks/>
              <a:stCxn id="6" idx="2"/>
              <a:endCxn id="11" idx="0"/>
            </p:cNvCxnSpPr>
            <p:nvPr/>
          </p:nvCxnSpPr>
          <p:spPr>
            <a:xfrm>
              <a:off x="3503302" y="3228975"/>
              <a:ext cx="0" cy="5124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iagrama de flujo: terminador 15">
              <a:extLst>
                <a:ext uri="{FF2B5EF4-FFF2-40B4-BE49-F238E27FC236}">
                  <ns2:creationId id="{7E0B2BE1-8F52-4FFA-FBDB-4CB7212522DD}"/>
                </a:ext>
              </a:extLst>
            </p:cNvPr>
            <p:cNvSpPr/>
            <p:nvPr/>
          </p:nvSpPr>
          <p:spPr>
            <a:xfrm>
              <a:off x="3154687" y="5598795"/>
              <a:ext cx="697230" cy="337185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Incluye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ns2:creationId id="{E22FDB87-1DD1-FF16-B7F1-33251AAB1727}"/>
                </a:ext>
              </a:extLst>
            </p:cNvPr>
            <p:cNvCxnSpPr>
              <a:stCxn id="11" idx="2"/>
              <a:endCxn id="16" idx="0"/>
            </p:cNvCxnSpPr>
            <p:nvPr/>
          </p:nvCxnSpPr>
          <p:spPr>
            <a:xfrm>
              <a:off x="3503302" y="5044440"/>
              <a:ext cx="0" cy="5543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upo 83">
            <a:extLst>
              <a:ext uri="{FF2B5EF4-FFF2-40B4-BE49-F238E27FC236}">
                <ns2:creationId id="{1845E027-3BAF-EC8C-E6AF-23D5D25D2F4F}"/>
              </a:ext>
            </a:extLst>
          </p:cNvPr>
          <p:cNvGrpSpPr/>
          <p:nvPr/>
        </p:nvGrpSpPr>
        <p:grpSpPr>
          <a:xfrm>
            <a:off x="6002660" y="85725"/>
            <a:ext cx="5604504" cy="6640834"/>
            <a:chOff x="6002660" y="85725"/>
            <a:chExt cx="5604504" cy="6640834"/>
          </a:xfrm>
        </p:grpSpPr>
        <p:sp>
          <p:nvSpPr>
            <p:cNvPr id="21" name="Diagrama de flujo: terminador 20">
              <a:extLst>
                <a:ext uri="{FF2B5EF4-FFF2-40B4-BE49-F238E27FC236}">
                  <ns2:creationId id="{E50F56E5-0F13-ED73-115B-23C48783AB66}"/>
                </a:ext>
              </a:extLst>
            </p:cNvPr>
            <p:cNvSpPr/>
            <p:nvPr/>
          </p:nvSpPr>
          <p:spPr>
            <a:xfrm>
              <a:off x="8359145" y="116205"/>
              <a:ext cx="910590" cy="434340"/>
            </a:xfrm>
            <a:prstGeom prst="flowChartTermina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Catalogo de justificaciones y validacion por rol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Diagrama de flujo: proceso alternativo 21">
              <a:extLst>
                <a:ext uri="{FF2B5EF4-FFF2-40B4-BE49-F238E27FC236}">
                  <ns2:creationId id="{77B92DC6-80BA-4FCE-82E9-A6DB0CC73AE3}"/>
                </a:ext>
              </a:extLst>
            </p:cNvPr>
            <p:cNvSpPr/>
            <p:nvPr/>
          </p:nvSpPr>
          <p:spPr>
            <a:xfrm>
              <a:off x="7587620" y="896302"/>
              <a:ext cx="2453639" cy="66675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Incluye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Diagrama de flujo: proceso alternativo 22">
              <a:extLst>
                <a:ext uri="{FF2B5EF4-FFF2-40B4-BE49-F238E27FC236}">
                  <ns2:creationId id="{BD8533E3-8719-9880-C1A7-666B30C3409C}"/>
                </a:ext>
              </a:extLst>
            </p:cNvPr>
            <p:cNvSpPr/>
            <p:nvPr/>
          </p:nvSpPr>
          <p:spPr>
            <a:xfrm>
              <a:off x="6002660" y="2215516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Estados y auditoria de incidencias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Diagrama de flujo: decisión 23">
              <a:extLst>
                <a:ext uri="{FF2B5EF4-FFF2-40B4-BE49-F238E27FC236}">
                  <ns2:creationId id="{D5143001-6DCC-1112-E0D3-C09221FD732F}"/>
                </a:ext>
              </a:extLst>
            </p:cNvPr>
            <p:cNvSpPr/>
            <p:nvPr/>
          </p:nvSpPr>
          <p:spPr>
            <a:xfrm>
              <a:off x="7865750" y="1965961"/>
              <a:ext cx="1889755" cy="102108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 incluye (fase inicial)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Diagrama de flujo: proceso alternativo 24">
              <a:extLst>
                <a:ext uri="{FF2B5EF4-FFF2-40B4-BE49-F238E27FC236}">
                  <ns2:creationId id="{184B56CB-5680-BA48-DDBE-70CB71AED194}"/>
                </a:ext>
              </a:extLst>
            </p:cNvPr>
            <p:cNvSpPr/>
            <p:nvPr/>
          </p:nvSpPr>
          <p:spPr>
            <a:xfrm>
              <a:off x="7898135" y="3465197"/>
              <a:ext cx="1830704" cy="94869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Rediseño completo visual del sistema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Diagrama de flujo: decisión 25">
              <a:extLst>
                <a:ext uri="{FF2B5EF4-FFF2-40B4-BE49-F238E27FC236}">
                  <ns2:creationId id="{5FCBFFD4-A357-22E5-375A-9CE201FAF352}"/>
                </a:ext>
              </a:extLst>
            </p:cNvPr>
            <p:cNvSpPr/>
            <p:nvPr/>
          </p:nvSpPr>
          <p:spPr>
            <a:xfrm>
              <a:off x="7867655" y="4732023"/>
              <a:ext cx="1889754" cy="115824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 incluye (fase inicial)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5" name="Conector recto de flecha 34">
              <a:extLst>
                <a:ext uri="{FF2B5EF4-FFF2-40B4-BE49-F238E27FC236}">
                  <ns2:creationId id="{16DE48D6-5785-D273-09D5-7EAA89A10D9E}"/>
                </a:ext>
              </a:extLst>
            </p:cNvPr>
            <p:cNvCxnSpPr>
              <a:stCxn id="22" idx="2"/>
              <a:endCxn id="24" idx="0"/>
            </p:cNvCxnSpPr>
            <p:nvPr/>
          </p:nvCxnSpPr>
          <p:spPr>
            <a:xfrm flipH="1">
              <a:off x="8810628" y="1563052"/>
              <a:ext cx="3812" cy="4029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de flecha 36">
              <a:extLst>
                <a:ext uri="{FF2B5EF4-FFF2-40B4-BE49-F238E27FC236}">
                  <ns2:creationId id="{D3E857CB-D022-989C-D21E-92CFB1C8056C}"/>
                </a:ext>
              </a:extLst>
            </p:cNvPr>
            <p:cNvCxnSpPr>
              <a:stCxn id="24" idx="1"/>
              <a:endCxn id="23" idx="3"/>
            </p:cNvCxnSpPr>
            <p:nvPr/>
          </p:nvCxnSpPr>
          <p:spPr>
            <a:xfrm flipH="1">
              <a:off x="7084700" y="2476501"/>
              <a:ext cx="7810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: angular 40">
              <a:extLst>
                <a:ext uri="{FF2B5EF4-FFF2-40B4-BE49-F238E27FC236}">
                  <ns2:creationId id="{AEF2B146-936D-F07D-868D-7505E22087AA}"/>
                </a:ext>
              </a:extLst>
            </p:cNvPr>
            <p:cNvCxnSpPr>
              <a:stCxn id="23" idx="2"/>
              <a:endCxn id="26" idx="1"/>
            </p:cNvCxnSpPr>
            <p:nvPr/>
          </p:nvCxnSpPr>
          <p:spPr>
            <a:xfrm rot="16200000" flipH="1">
              <a:off x="5918839" y="3362326"/>
              <a:ext cx="2573657" cy="132397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CuadroTexto 43">
              <a:extLst>
                <a:ext uri="{FF2B5EF4-FFF2-40B4-BE49-F238E27FC236}">
                  <ns2:creationId id="{E7671F21-B419-BF46-4CF5-BCAD31206B1A}"/>
                </a:ext>
              </a:extLst>
            </p:cNvPr>
            <p:cNvSpPr txBox="1"/>
            <p:nvPr/>
          </p:nvSpPr>
          <p:spPr>
            <a:xfrm>
              <a:off x="8819677" y="3077082"/>
              <a:ext cx="43910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Migracion de motor de BD corporativo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Diagrama de flujo: proceso alternativo 46">
              <a:extLst>
                <a:ext uri="{FF2B5EF4-FFF2-40B4-BE49-F238E27FC236}">
                  <ns2:creationId id="{D60AD7A1-A84F-6C7A-46B0-7A0D0338AE08}"/>
                </a:ext>
              </a:extLst>
            </p:cNvPr>
            <p:cNvSpPr/>
            <p:nvPr/>
          </p:nvSpPr>
          <p:spPr>
            <a:xfrm>
              <a:off x="10525124" y="5047300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Prerequisitos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9" name="Conector recto de flecha 48">
              <a:extLst>
                <a:ext uri="{FF2B5EF4-FFF2-40B4-BE49-F238E27FC236}">
                  <ns2:creationId id="{20B29CF2-4F92-6CB2-8E59-8B019570EBA4}"/>
                </a:ext>
              </a:extLst>
            </p:cNvPr>
            <p:cNvCxnSpPr>
              <a:stCxn id="26" idx="3"/>
              <a:endCxn id="47" idx="1"/>
            </p:cNvCxnSpPr>
            <p:nvPr/>
          </p:nvCxnSpPr>
          <p:spPr>
            <a:xfrm flipV="1">
              <a:off x="9757409" y="5308285"/>
              <a:ext cx="767715" cy="28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de flecha 50">
              <a:extLst>
                <a:ext uri="{FF2B5EF4-FFF2-40B4-BE49-F238E27FC236}">
                  <ns2:creationId id="{B8BBA746-62A3-3186-D199-32AA428E82E9}"/>
                </a:ext>
              </a:extLst>
            </p:cNvPr>
            <p:cNvCxnSpPr>
              <a:stCxn id="21" idx="2"/>
              <a:endCxn id="22" idx="0"/>
            </p:cNvCxnSpPr>
            <p:nvPr/>
          </p:nvCxnSpPr>
          <p:spPr>
            <a:xfrm>
              <a:off x="8814440" y="550545"/>
              <a:ext cx="0" cy="34575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Diagrama de flujo: proceso alternativo 51">
              <a:extLst>
                <a:ext uri="{FF2B5EF4-FFF2-40B4-BE49-F238E27FC236}">
                  <ns2:creationId id="{AF7273ED-532B-4E8F-9541-33647E255FEE}"/>
                </a:ext>
              </a:extLst>
            </p:cNvPr>
            <p:cNvSpPr/>
            <p:nvPr/>
          </p:nvSpPr>
          <p:spPr>
            <a:xfrm>
              <a:off x="7825743" y="6331956"/>
              <a:ext cx="2047874" cy="362485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Acceso BD y politicas TI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4" name="Conector recto de flecha 53">
              <a:extLst>
                <a:ext uri="{FF2B5EF4-FFF2-40B4-BE49-F238E27FC236}">
                  <ns2:creationId id="{781CDEB3-8057-554B-05CE-97FA94EBCF5C}"/>
                </a:ext>
              </a:extLst>
            </p:cNvPr>
            <p:cNvCxnSpPr>
              <a:cxnSpLocks/>
              <a:stCxn id="26" idx="2"/>
              <a:endCxn id="52" idx="0"/>
            </p:cNvCxnSpPr>
            <p:nvPr/>
          </p:nvCxnSpPr>
          <p:spPr>
            <a:xfrm>
              <a:off x="8812532" y="5890263"/>
              <a:ext cx="37148" cy="4416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de flecha 55">
              <a:extLst>
                <a:ext uri="{FF2B5EF4-FFF2-40B4-BE49-F238E27FC236}">
                  <ns2:creationId id="{2324D596-B1C4-0B09-0B50-000BDF663118}"/>
                </a:ext>
              </a:extLst>
            </p:cNvPr>
            <p:cNvCxnSpPr>
              <a:stCxn id="25" idx="2"/>
              <a:endCxn id="26" idx="0"/>
            </p:cNvCxnSpPr>
            <p:nvPr/>
          </p:nvCxnSpPr>
          <p:spPr>
            <a:xfrm flipH="1">
              <a:off x="8812532" y="4413887"/>
              <a:ext cx="955" cy="3181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CuadroTexto 57">
              <a:extLst>
                <a:ext uri="{FF2B5EF4-FFF2-40B4-BE49-F238E27FC236}">
                  <ns2:creationId id="{A9A81ECA-4E10-A16E-3E06-B5DD7C8BD612}"/>
                </a:ext>
              </a:extLst>
            </p:cNvPr>
            <p:cNvSpPr txBox="1"/>
            <p:nvPr/>
          </p:nvSpPr>
          <p:spPr>
            <a:xfrm>
              <a:off x="8658227" y="5917617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Dependencias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CuadroTexto 58">
              <a:extLst>
                <a:ext uri="{FF2B5EF4-FFF2-40B4-BE49-F238E27FC236}">
                  <ns2:creationId id="{E840E5EA-519F-9B6A-366B-8CBEFD906500}"/>
                </a:ext>
              </a:extLst>
            </p:cNvPr>
            <p:cNvSpPr txBox="1"/>
            <p:nvPr/>
          </p:nvSpPr>
          <p:spPr>
            <a:xfrm>
              <a:off x="9940288" y="5177480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Definicion de ambiente piloto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1" name="Conector: angular 60">
              <a:extLst>
                <a:ext uri="{FF2B5EF4-FFF2-40B4-BE49-F238E27FC236}">
                  <ns2:creationId id="{D089B240-CA16-6B32-CEF0-DF194844DDF0}"/>
                </a:ext>
              </a:extLst>
            </p:cNvPr>
            <p:cNvCxnSpPr>
              <a:stCxn id="24" idx="3"/>
              <a:endCxn id="47" idx="0"/>
            </p:cNvCxnSpPr>
            <p:nvPr/>
          </p:nvCxnSpPr>
          <p:spPr>
            <a:xfrm>
              <a:off x="9755505" y="2476501"/>
              <a:ext cx="1310639" cy="257079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CuadroTexto 61">
              <a:extLst>
                <a:ext uri="{FF2B5EF4-FFF2-40B4-BE49-F238E27FC236}">
                  <ns2:creationId id="{FCAC799A-8EA2-44CD-B658-4BDA24F7CFC6}"/>
                </a:ext>
              </a:extLst>
            </p:cNvPr>
            <p:cNvSpPr txBox="1"/>
            <p:nvPr/>
          </p:nvSpPr>
          <p:spPr>
            <a:xfrm>
              <a:off x="10119356" y="2346321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FIN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Diagrama de flujo: conector 65">
              <a:extLst>
                <a:ext uri="{FF2B5EF4-FFF2-40B4-BE49-F238E27FC236}">
                  <ns2:creationId id="{CE82F1E3-6641-3578-072D-0CFE1AD19A6C}"/>
                </a:ext>
              </a:extLst>
            </p:cNvPr>
            <p:cNvSpPr/>
            <p:nvPr/>
          </p:nvSpPr>
          <p:spPr>
            <a:xfrm>
              <a:off x="10793734" y="6286503"/>
              <a:ext cx="559116" cy="440056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Anexo tecnico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8" name="Conector recto de flecha 67">
              <a:extLst>
                <a:ext uri="{FF2B5EF4-FFF2-40B4-BE49-F238E27FC236}">
                  <ns2:creationId id="{DD7DEE91-FD91-EF47-BB7A-53B3FEB57CF5}"/>
                </a:ext>
              </a:extLst>
            </p:cNvPr>
            <p:cNvCxnSpPr>
              <a:cxnSpLocks/>
              <a:stCxn id="47" idx="2"/>
              <a:endCxn id="66" idx="0"/>
            </p:cNvCxnSpPr>
            <p:nvPr/>
          </p:nvCxnSpPr>
          <p:spPr>
            <a:xfrm>
              <a:off x="11066144" y="5569270"/>
              <a:ext cx="7148" cy="717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de flecha 69">
              <a:extLst>
                <a:ext uri="{FF2B5EF4-FFF2-40B4-BE49-F238E27FC236}">
                  <ns2:creationId id="{70615A30-D841-B07D-86A0-FCB5A813D8D6}"/>
                </a:ext>
              </a:extLst>
            </p:cNvPr>
            <p:cNvCxnSpPr>
              <a:cxnSpLocks/>
              <a:stCxn id="52" idx="3"/>
              <a:endCxn id="66" idx="2"/>
            </p:cNvCxnSpPr>
            <p:nvPr/>
          </p:nvCxnSpPr>
          <p:spPr>
            <a:xfrm flipV="1">
              <a:off x="9873617" y="6506531"/>
              <a:ext cx="920117" cy="66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Diagrama de flujo: conector 74">
              <a:extLst>
                <a:ext uri="{FF2B5EF4-FFF2-40B4-BE49-F238E27FC236}">
                  <ns2:creationId id="{8A33810A-DCE4-70A8-2FFB-1E586B7D972B}"/>
                </a:ext>
              </a:extLst>
            </p:cNvPr>
            <p:cNvSpPr/>
            <p:nvPr/>
          </p:nvSpPr>
          <p:spPr>
            <a:xfrm>
              <a:off x="6385569" y="85725"/>
              <a:ext cx="746753" cy="521968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/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7" name="Conector recto de flecha 76">
              <a:extLst>
                <a:ext uri="{FF2B5EF4-FFF2-40B4-BE49-F238E27FC236}">
                  <ns2:creationId id="{ED1005D9-B557-8171-BB58-4662E60A043C}"/>
                </a:ext>
              </a:extLst>
            </p:cNvPr>
            <p:cNvCxnSpPr>
              <a:stCxn id="75" idx="6"/>
              <a:endCxn id="21" idx="1"/>
            </p:cNvCxnSpPr>
            <p:nvPr/>
          </p:nvCxnSpPr>
          <p:spPr>
            <a:xfrm flipV="1">
              <a:off x="7132322" y="333375"/>
              <a:ext cx="1226823" cy="133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de flecha 82">
              <a:extLst>
                <a:ext uri="{FF2B5EF4-FFF2-40B4-BE49-F238E27FC236}">
                  <ns2:creationId id="{F06F9AF2-FE39-B974-9BD9-EABA607791DA}"/>
                </a:ext>
              </a:extLst>
            </p:cNvPr>
            <p:cNvCxnSpPr>
              <a:stCxn id="24" idx="2"/>
              <a:endCxn id="25" idx="0"/>
            </p:cNvCxnSpPr>
            <p:nvPr/>
          </p:nvCxnSpPr>
          <p:spPr>
            <a:xfrm>
              <a:off x="8810628" y="2987041"/>
              <a:ext cx="2859" cy="4781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ns3:creationId val="1813298320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upo 84">
            <a:extLst>
              <a:ext uri="{FF2B5EF4-FFF2-40B4-BE49-F238E27FC236}">
                <ns2:creationId id="{2F936E69-580C-75FC-7AFC-BE08B87B5051}"/>
              </a:ext>
            </a:extLst>
          </p:cNvPr>
          <p:cNvGrpSpPr/>
          <p:nvPr/>
        </p:nvGrpSpPr>
        <p:grpSpPr>
          <a:xfrm>
            <a:off x="1670692" y="607693"/>
            <a:ext cx="2583180" cy="5577840"/>
            <a:chOff x="2211712" y="358140"/>
            <a:chExt cx="2583180" cy="5577840"/>
          </a:xfrm>
        </p:grpSpPr>
        <p:sp>
          <p:nvSpPr>
            <p:cNvPr id="4" name="Diagrama de flujo: terminador 3">
              <a:extLst>
                <a:ext uri="{FF2B5EF4-FFF2-40B4-BE49-F238E27FC236}">
                  <ns2:creationId id="{CBFCBC75-4E92-53EB-8401-4177B8C72143}"/>
                </a:ext>
              </a:extLst>
            </p:cNvPr>
            <p:cNvSpPr/>
            <p:nvPr/>
          </p:nvSpPr>
          <p:spPr>
            <a:xfrm>
              <a:off x="3154687" y="358140"/>
              <a:ext cx="685800" cy="365760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ANEXO B - ACUERDOS DE COMITE</a:t>
              </a:r>
              <a:endParaRPr lang="es-MX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ectángulo 4">
              <a:extLst>
                <a:ext uri="{FF2B5EF4-FFF2-40B4-BE49-F238E27FC236}">
                  <ns2:creationId id="{A0A8EE27-B307-EADC-8243-014E61FF0EB9}"/>
                </a:ext>
              </a:extLst>
            </p:cNvPr>
            <p:cNvSpPr/>
            <p:nvPr/>
          </p:nvSpPr>
          <p:spPr>
            <a:xfrm>
              <a:off x="3040386" y="1158240"/>
              <a:ext cx="902969" cy="36576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INICIO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Diagrama de flujo: proceso 5">
              <a:extLst>
                <a:ext uri="{FF2B5EF4-FFF2-40B4-BE49-F238E27FC236}">
                  <ns2:creationId id="{BA4C81AD-B3C7-DEE8-7CF6-9B285F887087}"/>
                </a:ext>
              </a:extLst>
            </p:cNvPr>
            <p:cNvSpPr/>
            <p:nvPr/>
          </p:nvSpPr>
          <p:spPr>
            <a:xfrm>
              <a:off x="2211712" y="2245995"/>
              <a:ext cx="2583180" cy="982980"/>
            </a:xfrm>
            <a:prstGeom prst="flowChart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Acuerdo 1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" name="Conector recto de flecha 7">
              <a:extLst>
                <a:ext uri="{FF2B5EF4-FFF2-40B4-BE49-F238E27FC236}">
                  <ns2:creationId id="{EC8D2B44-318A-364B-30A7-330AE406CD2C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flipH="1">
              <a:off x="3491871" y="723900"/>
              <a:ext cx="5716" cy="4343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de flecha 9">
              <a:extLst>
                <a:ext uri="{FF2B5EF4-FFF2-40B4-BE49-F238E27FC236}">
                  <ns2:creationId id="{87B90BC5-BFA5-BC2A-342B-647C119B2A46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3491871" y="1524000"/>
              <a:ext cx="11431" cy="7219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Diagrama de flujo: proceso alternativo 10">
              <a:extLst>
                <a:ext uri="{FF2B5EF4-FFF2-40B4-BE49-F238E27FC236}">
                  <ns2:creationId id="{1CBA0486-80A5-414B-F16E-6766102A5BC5}"/>
                </a:ext>
              </a:extLst>
            </p:cNvPr>
            <p:cNvSpPr/>
            <p:nvPr/>
          </p:nvSpPr>
          <p:spPr>
            <a:xfrm>
              <a:off x="2394592" y="3741421"/>
              <a:ext cx="2217420" cy="1303019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Aprobacion de fase 0 y fase 1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Conector recto de flecha 12">
              <a:extLst>
                <a:ext uri="{FF2B5EF4-FFF2-40B4-BE49-F238E27FC236}">
                  <ns2:creationId id="{41A71C6E-8DAA-4691-3DF4-DD73EBDA64A9}"/>
                </a:ext>
              </a:extLst>
            </p:cNvPr>
            <p:cNvCxnSpPr>
              <a:cxnSpLocks/>
              <a:stCxn id="6" idx="2"/>
              <a:endCxn id="11" idx="0"/>
            </p:cNvCxnSpPr>
            <p:nvPr/>
          </p:nvCxnSpPr>
          <p:spPr>
            <a:xfrm>
              <a:off x="3503302" y="3228975"/>
              <a:ext cx="0" cy="5124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iagrama de flujo: terminador 15">
              <a:extLst>
                <a:ext uri="{FF2B5EF4-FFF2-40B4-BE49-F238E27FC236}">
                  <ns2:creationId id="{7E0B2BE1-8F52-4FFA-FBDB-4CB7212522DD}"/>
                </a:ext>
              </a:extLst>
            </p:cNvPr>
            <p:cNvSpPr/>
            <p:nvPr/>
          </p:nvSpPr>
          <p:spPr>
            <a:xfrm>
              <a:off x="3154687" y="5598795"/>
              <a:ext cx="697230" cy="337185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Acuerdo 2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ns2:creationId id="{E22FDB87-1DD1-FF16-B7F1-33251AAB1727}"/>
                </a:ext>
              </a:extLst>
            </p:cNvPr>
            <p:cNvCxnSpPr>
              <a:stCxn id="11" idx="2"/>
              <a:endCxn id="16" idx="0"/>
            </p:cNvCxnSpPr>
            <p:nvPr/>
          </p:nvCxnSpPr>
          <p:spPr>
            <a:xfrm>
              <a:off x="3503302" y="5044440"/>
              <a:ext cx="0" cy="5543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upo 83">
            <a:extLst>
              <a:ext uri="{FF2B5EF4-FFF2-40B4-BE49-F238E27FC236}">
                <ns2:creationId id="{1845E027-3BAF-EC8C-E6AF-23D5D25D2F4F}"/>
              </a:ext>
            </a:extLst>
          </p:cNvPr>
          <p:cNvGrpSpPr/>
          <p:nvPr/>
        </p:nvGrpSpPr>
        <p:grpSpPr>
          <a:xfrm>
            <a:off x="6002660" y="85725"/>
            <a:ext cx="5604504" cy="6640834"/>
            <a:chOff x="6002660" y="85725"/>
            <a:chExt cx="5604504" cy="6640834"/>
          </a:xfrm>
        </p:grpSpPr>
        <p:sp>
          <p:nvSpPr>
            <p:cNvPr id="21" name="Diagrama de flujo: terminador 20">
              <a:extLst>
                <a:ext uri="{FF2B5EF4-FFF2-40B4-BE49-F238E27FC236}">
                  <ns2:creationId id="{E50F56E5-0F13-ED73-115B-23C48783AB66}"/>
                </a:ext>
              </a:extLst>
            </p:cNvPr>
            <p:cNvSpPr/>
            <p:nvPr/>
          </p:nvSpPr>
          <p:spPr>
            <a:xfrm>
              <a:off x="8359145" y="116205"/>
              <a:ext cx="910590" cy="434340"/>
            </a:xfrm>
            <a:prstGeom prst="flowChartTermina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Designacion de responsables TI, RH y enlace operativo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Diagrama de flujo: proceso alternativo 21">
              <a:extLst>
                <a:ext uri="{FF2B5EF4-FFF2-40B4-BE49-F238E27FC236}">
                  <ns2:creationId id="{77B92DC6-80BA-4FCE-82E9-A6DB0CC73AE3}"/>
                </a:ext>
              </a:extLst>
            </p:cNvPr>
            <p:cNvSpPr/>
            <p:nvPr/>
          </p:nvSpPr>
          <p:spPr>
            <a:xfrm>
              <a:off x="7587620" y="896302"/>
              <a:ext cx="2453639" cy="66675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Acuerdo 3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Diagrama de flujo: proceso alternativo 22">
              <a:extLst>
                <a:ext uri="{FF2B5EF4-FFF2-40B4-BE49-F238E27FC236}">
                  <ns2:creationId id="{BD8533E3-8719-9880-C1A7-666B30C3409C}"/>
                </a:ext>
              </a:extLst>
            </p:cNvPr>
            <p:cNvSpPr/>
            <p:nvPr/>
          </p:nvSpPr>
          <p:spPr>
            <a:xfrm>
              <a:off x="6002660" y="2215516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Calendario de piloto institucional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Diagrama de flujo: decisión 23">
              <a:extLst>
                <a:ext uri="{FF2B5EF4-FFF2-40B4-BE49-F238E27FC236}">
                  <ns2:creationId id="{D5143001-6DCC-1112-E0D3-C09221FD732F}"/>
                </a:ext>
              </a:extLst>
            </p:cNvPr>
            <p:cNvSpPr/>
            <p:nvPr/>
          </p:nvSpPr>
          <p:spPr>
            <a:xfrm>
              <a:off x="7865750" y="1965961"/>
              <a:ext cx="1889755" cy="102108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Acuerdo 4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Diagrama de flujo: proceso alternativo 24">
              <a:extLst>
                <a:ext uri="{FF2B5EF4-FFF2-40B4-BE49-F238E27FC236}">
                  <ns2:creationId id="{184B56CB-5680-BA48-DDBE-70CB71AED194}"/>
                </a:ext>
              </a:extLst>
            </p:cNvPr>
            <p:cNvSpPr/>
            <p:nvPr/>
          </p:nvSpPr>
          <p:spPr>
            <a:xfrm>
              <a:off x="7898135" y="3465197"/>
              <a:ext cx="1830704" cy="94869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Criterios de aceptacion y KPI objetivo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Diagrama de flujo: decisión 25">
              <a:extLst>
                <a:ext uri="{FF2B5EF4-FFF2-40B4-BE49-F238E27FC236}">
                  <ns2:creationId id="{5FCBFFD4-A357-22E5-375A-9CE201FAF352}"/>
                </a:ext>
              </a:extLst>
            </p:cNvPr>
            <p:cNvSpPr/>
            <p:nvPr/>
          </p:nvSpPr>
          <p:spPr>
            <a:xfrm>
              <a:off x="7867655" y="4732023"/>
              <a:ext cx="1889754" cy="115824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Acuerdo 5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5" name="Conector recto de flecha 34">
              <a:extLst>
                <a:ext uri="{FF2B5EF4-FFF2-40B4-BE49-F238E27FC236}">
                  <ns2:creationId id="{16DE48D6-5785-D273-09D5-7EAA89A10D9E}"/>
                </a:ext>
              </a:extLst>
            </p:cNvPr>
            <p:cNvCxnSpPr>
              <a:stCxn id="22" idx="2"/>
              <a:endCxn id="24" idx="0"/>
            </p:cNvCxnSpPr>
            <p:nvPr/>
          </p:nvCxnSpPr>
          <p:spPr>
            <a:xfrm flipH="1">
              <a:off x="8810628" y="1563052"/>
              <a:ext cx="3812" cy="4029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de flecha 36">
              <a:extLst>
                <a:ext uri="{FF2B5EF4-FFF2-40B4-BE49-F238E27FC236}">
                  <ns2:creationId id="{D3E857CB-D022-989C-D21E-92CFB1C8056C}"/>
                </a:ext>
              </a:extLst>
            </p:cNvPr>
            <p:cNvCxnSpPr>
              <a:stCxn id="24" idx="1"/>
              <a:endCxn id="23" idx="3"/>
            </p:cNvCxnSpPr>
            <p:nvPr/>
          </p:nvCxnSpPr>
          <p:spPr>
            <a:xfrm flipH="1">
              <a:off x="7084700" y="2476501"/>
              <a:ext cx="7810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: angular 40">
              <a:extLst>
                <a:ext uri="{FF2B5EF4-FFF2-40B4-BE49-F238E27FC236}">
                  <ns2:creationId id="{AEF2B146-936D-F07D-868D-7505E22087AA}"/>
                </a:ext>
              </a:extLst>
            </p:cNvPr>
            <p:cNvCxnSpPr>
              <a:stCxn id="23" idx="2"/>
              <a:endCxn id="26" idx="1"/>
            </p:cNvCxnSpPr>
            <p:nvPr/>
          </p:nvCxnSpPr>
          <p:spPr>
            <a:xfrm rot="16200000" flipH="1">
              <a:off x="5918839" y="3362326"/>
              <a:ext cx="2573657" cy="132397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CuadroTexto 43">
              <a:extLst>
                <a:ext uri="{FF2B5EF4-FFF2-40B4-BE49-F238E27FC236}">
                  <ns2:creationId id="{E7671F21-B419-BF46-4CF5-BCAD31206B1A}"/>
                </a:ext>
              </a:extLst>
            </p:cNvPr>
            <p:cNvSpPr txBox="1"/>
            <p:nvPr/>
          </p:nvSpPr>
          <p:spPr>
            <a:xfrm>
              <a:off x="8819677" y="3077082"/>
              <a:ext cx="43910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Ruta de escalamiento de incidencias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Diagrama de flujo: proceso alternativo 46">
              <a:extLst>
                <a:ext uri="{FF2B5EF4-FFF2-40B4-BE49-F238E27FC236}">
                  <ns2:creationId id="{D60AD7A1-A84F-6C7A-46B0-7A0D0338AE08}"/>
                </a:ext>
              </a:extLst>
            </p:cNvPr>
            <p:cNvSpPr/>
            <p:nvPr/>
          </p:nvSpPr>
          <p:spPr>
            <a:xfrm>
              <a:off x="10525124" y="5047300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Seguimiento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9" name="Conector recto de flecha 48">
              <a:extLst>
                <a:ext uri="{FF2B5EF4-FFF2-40B4-BE49-F238E27FC236}">
                  <ns2:creationId id="{20B29CF2-4F92-6CB2-8E59-8B019570EBA4}"/>
                </a:ext>
              </a:extLst>
            </p:cNvPr>
            <p:cNvCxnSpPr>
              <a:stCxn id="26" idx="3"/>
              <a:endCxn id="47" idx="1"/>
            </p:cNvCxnSpPr>
            <p:nvPr/>
          </p:nvCxnSpPr>
          <p:spPr>
            <a:xfrm flipV="1">
              <a:off x="9757409" y="5308285"/>
              <a:ext cx="767715" cy="28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de flecha 50">
              <a:extLst>
                <a:ext uri="{FF2B5EF4-FFF2-40B4-BE49-F238E27FC236}">
                  <ns2:creationId id="{B8BBA746-62A3-3186-D199-32AA428E82E9}"/>
                </a:ext>
              </a:extLst>
            </p:cNvPr>
            <p:cNvCxnSpPr>
              <a:stCxn id="21" idx="2"/>
              <a:endCxn id="22" idx="0"/>
            </p:cNvCxnSpPr>
            <p:nvPr/>
          </p:nvCxnSpPr>
          <p:spPr>
            <a:xfrm>
              <a:off x="8814440" y="550545"/>
              <a:ext cx="0" cy="34575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Diagrama de flujo: proceso alternativo 51">
              <a:extLst>
                <a:ext uri="{FF2B5EF4-FFF2-40B4-BE49-F238E27FC236}">
                  <ns2:creationId id="{AF7273ED-532B-4E8F-9541-33647E255FEE}"/>
                </a:ext>
              </a:extLst>
            </p:cNvPr>
            <p:cNvSpPr/>
            <p:nvPr/>
          </p:nvSpPr>
          <p:spPr>
            <a:xfrm>
              <a:off x="7825743" y="6331956"/>
              <a:ext cx="2047874" cy="362485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Comite quincenal de avance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4" name="Conector recto de flecha 53">
              <a:extLst>
                <a:ext uri="{FF2B5EF4-FFF2-40B4-BE49-F238E27FC236}">
                  <ns2:creationId id="{781CDEB3-8057-554B-05CE-97FA94EBCF5C}"/>
                </a:ext>
              </a:extLst>
            </p:cNvPr>
            <p:cNvCxnSpPr>
              <a:cxnSpLocks/>
              <a:stCxn id="26" idx="2"/>
              <a:endCxn id="52" idx="0"/>
            </p:cNvCxnSpPr>
            <p:nvPr/>
          </p:nvCxnSpPr>
          <p:spPr>
            <a:xfrm>
              <a:off x="8812532" y="5890263"/>
              <a:ext cx="37148" cy="4416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de flecha 55">
              <a:extLst>
                <a:ext uri="{FF2B5EF4-FFF2-40B4-BE49-F238E27FC236}">
                  <ns2:creationId id="{2324D596-B1C4-0B09-0B50-000BDF663118}"/>
                </a:ext>
              </a:extLst>
            </p:cNvPr>
            <p:cNvCxnSpPr>
              <a:stCxn id="25" idx="2"/>
              <a:endCxn id="26" idx="0"/>
            </p:cNvCxnSpPr>
            <p:nvPr/>
          </p:nvCxnSpPr>
          <p:spPr>
            <a:xfrm flipH="1">
              <a:off x="8812532" y="4413887"/>
              <a:ext cx="955" cy="3181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CuadroTexto 57">
              <a:extLst>
                <a:ext uri="{FF2B5EF4-FFF2-40B4-BE49-F238E27FC236}">
                  <ns2:creationId id="{A9A81ECA-4E10-A16E-3E06-B5DD7C8BD612}"/>
                </a:ext>
              </a:extLst>
            </p:cNvPr>
            <p:cNvSpPr txBox="1"/>
            <p:nvPr/>
          </p:nvSpPr>
          <p:spPr>
            <a:xfrm>
              <a:off x="8658227" y="5917617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Fecha de inicio propuesta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CuadroTexto 58">
              <a:extLst>
                <a:ext uri="{FF2B5EF4-FFF2-40B4-BE49-F238E27FC236}">
                  <ns2:creationId id="{E840E5EA-519F-9B6A-366B-8CBEFD906500}"/>
                </a:ext>
              </a:extLst>
            </p:cNvPr>
            <p:cNvSpPr txBox="1"/>
            <p:nvPr/>
          </p:nvSpPr>
          <p:spPr>
            <a:xfrm>
              <a:off x="9940288" y="5177480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Marzo 2026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1" name="Conector: angular 60">
              <a:extLst>
                <a:ext uri="{FF2B5EF4-FFF2-40B4-BE49-F238E27FC236}">
                  <ns2:creationId id="{D089B240-CA16-6B32-CEF0-DF194844DDF0}"/>
                </a:ext>
              </a:extLst>
            </p:cNvPr>
            <p:cNvCxnSpPr>
              <a:stCxn id="24" idx="3"/>
              <a:endCxn id="47" idx="0"/>
            </p:cNvCxnSpPr>
            <p:nvPr/>
          </p:nvCxnSpPr>
          <p:spPr>
            <a:xfrm>
              <a:off x="9755505" y="2476501"/>
              <a:ext cx="1310639" cy="257079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CuadroTexto 61">
              <a:extLst>
                <a:ext uri="{FF2B5EF4-FFF2-40B4-BE49-F238E27FC236}">
                  <ns2:creationId id="{FCAC799A-8EA2-44CD-B658-4BDA24F7CFC6}"/>
                </a:ext>
              </a:extLst>
            </p:cNvPr>
            <p:cNvSpPr txBox="1"/>
            <p:nvPr/>
          </p:nvSpPr>
          <p:spPr>
            <a:xfrm>
              <a:off x="10119356" y="2346321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Fecha de corte de piloto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Diagrama de flujo: conector 65">
              <a:extLst>
                <a:ext uri="{FF2B5EF4-FFF2-40B4-BE49-F238E27FC236}">
                  <ns2:creationId id="{CE82F1E3-6641-3578-072D-0CFE1AD19A6C}"/>
                </a:ext>
              </a:extLst>
            </p:cNvPr>
            <p:cNvSpPr/>
            <p:nvPr/>
          </p:nvSpPr>
          <p:spPr>
            <a:xfrm>
              <a:off x="10793734" y="6286503"/>
              <a:ext cx="559116" cy="440056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Abril 2026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8" name="Conector recto de flecha 67">
              <a:extLst>
                <a:ext uri="{FF2B5EF4-FFF2-40B4-BE49-F238E27FC236}">
                  <ns2:creationId id="{DD7DEE91-FD91-EF47-BB7A-53B3FEB57CF5}"/>
                </a:ext>
              </a:extLst>
            </p:cNvPr>
            <p:cNvCxnSpPr>
              <a:cxnSpLocks/>
              <a:stCxn id="47" idx="2"/>
              <a:endCxn id="66" idx="0"/>
            </p:cNvCxnSpPr>
            <p:nvPr/>
          </p:nvCxnSpPr>
          <p:spPr>
            <a:xfrm>
              <a:off x="11066144" y="5569270"/>
              <a:ext cx="7148" cy="717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de flecha 69">
              <a:extLst>
                <a:ext uri="{FF2B5EF4-FFF2-40B4-BE49-F238E27FC236}">
                  <ns2:creationId id="{70615A30-D841-B07D-86A0-FCB5A813D8D6}"/>
                </a:ext>
              </a:extLst>
            </p:cNvPr>
            <p:cNvCxnSpPr>
              <a:cxnSpLocks/>
              <a:stCxn id="52" idx="3"/>
              <a:endCxn id="66" idx="2"/>
            </p:cNvCxnSpPr>
            <p:nvPr/>
          </p:nvCxnSpPr>
          <p:spPr>
            <a:xfrm flipV="1">
              <a:off x="9873617" y="6506531"/>
              <a:ext cx="920117" cy="66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Diagrama de flujo: conector 74">
              <a:extLst>
                <a:ext uri="{FF2B5EF4-FFF2-40B4-BE49-F238E27FC236}">
                  <ns2:creationId id="{8A33810A-DCE4-70A8-2FFB-1E586B7D972B}"/>
                </a:ext>
              </a:extLst>
            </p:cNvPr>
            <p:cNvSpPr/>
            <p:nvPr/>
          </p:nvSpPr>
          <p:spPr>
            <a:xfrm>
              <a:off x="6385569" y="85725"/>
              <a:ext cx="746753" cy="521968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FIN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7" name="Conector recto de flecha 76">
              <a:extLst>
                <a:ext uri="{FF2B5EF4-FFF2-40B4-BE49-F238E27FC236}">
                  <ns2:creationId id="{ED1005D9-B557-8171-BB58-4662E60A043C}"/>
                </a:ext>
              </a:extLst>
            </p:cNvPr>
            <p:cNvCxnSpPr>
              <a:stCxn id="75" idx="6"/>
              <a:endCxn id="21" idx="1"/>
            </p:cNvCxnSpPr>
            <p:nvPr/>
          </p:nvCxnSpPr>
          <p:spPr>
            <a:xfrm flipV="1">
              <a:off x="7132322" y="333375"/>
              <a:ext cx="1226823" cy="133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de flecha 82">
              <a:extLst>
                <a:ext uri="{FF2B5EF4-FFF2-40B4-BE49-F238E27FC236}">
                  <ns2:creationId id="{F06F9AF2-FE39-B974-9BD9-EABA607791DA}"/>
                </a:ext>
              </a:extLst>
            </p:cNvPr>
            <p:cNvCxnSpPr>
              <a:stCxn id="24" idx="2"/>
              <a:endCxn id="25" idx="0"/>
            </p:cNvCxnSpPr>
            <p:nvPr/>
          </p:nvCxnSpPr>
          <p:spPr>
            <a:xfrm>
              <a:off x="8810628" y="2987041"/>
              <a:ext cx="2859" cy="4781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ns3:creationId val="1813298320"/>
      </p:ext>
    </p:extLst>
  </p:cSld>
  <p:clrMapOvr>
    <a:masterClrMapping/>
  </p:clrMapOvr>
</p:sld>
</file>

<file path=ppt/theme/theme1.xml><?xml version="1.0" encoding="utf-8"?>
<a:theme xmlns:a="http://schemas.openxmlformats.org/drawingml/2006/main" xmlns:ns1="http://schemas.microsoft.com/office/thememl/2012/main" name="Espiral">
  <a:themeElements>
    <a:clrScheme name="Pantone Institucional">
      <a:dk1>
        <a:sysClr val="windowText" lastClr="000000"/>
      </a:dk1>
      <a:lt1>
        <a:sysClr val="window" lastClr="FFFFFF"/>
      </a:lt1>
      <a:dk2>
        <a:srgbClr val="3C3C3B"/>
      </a:dk2>
      <a:lt2>
        <a:srgbClr val="F5F1E8"/>
      </a:lt2>
      <a:accent1>
        <a:srgbClr val="972241"/>
      </a:accent1>
      <a:accent2>
        <a:srgbClr val="DDC9A3"/>
      </a:accent2>
      <a:accent3>
        <a:srgbClr val="235B4E"/>
      </a:accent3>
      <a:accent4>
        <a:srgbClr val="691C32"/>
      </a:accent4>
      <a:accent5>
        <a:srgbClr val="B38E5D"/>
      </a:accent5>
      <a:accent6>
        <a:srgbClr val="4C7C6E"/>
      </a:accent6>
      <a:hlink>
        <a:srgbClr val="005EA8"/>
      </a:hlink>
      <a:folHlink>
        <a:srgbClr val="7A3E9D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ns1:themeFamily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xmlns:ns1="http://schemas.microsoft.com/office/thememl/2012/main" name="Tema de Office">
  <a:themeElements>
    <a:clrScheme name="Pantone Institucional">
      <a:dk1>
        <a:sysClr val="windowText" lastClr="000000"/>
      </a:dk1>
      <a:lt1>
        <a:sysClr val="window" lastClr="FFFFFF"/>
      </a:lt1>
      <a:dk2>
        <a:srgbClr val="3C3C3B"/>
      </a:dk2>
      <a:lt2>
        <a:srgbClr val="F5F1E8"/>
      </a:lt2>
      <a:accent1>
        <a:srgbClr val="972241"/>
      </a:accent1>
      <a:accent2>
        <a:srgbClr val="DDC9A3"/>
      </a:accent2>
      <a:accent3>
        <a:srgbClr val="235B4E"/>
      </a:accent3>
      <a:accent4>
        <a:srgbClr val="691C32"/>
      </a:accent4>
      <a:accent5>
        <a:srgbClr val="B38E5D"/>
      </a:accent5>
      <a:accent6>
        <a:srgbClr val="4C7C6E"/>
      </a:accent6>
      <a:hlink>
        <a:srgbClr val="005EA8"/>
      </a:hlink>
      <a:folHlink>
        <a:srgbClr val="7A3E9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ns1:themeFamily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440</TotalTime>
  <Words>714</Words>
  <Application>Microsoft Office PowerPoint</Application>
  <PresentationFormat>Panorámica</PresentationFormat>
  <Paragraphs>72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1" baseType="lpstr">
      <vt:lpstr>Aptos</vt:lpstr>
      <vt:lpstr>Arial</vt:lpstr>
      <vt:lpstr>Century Gothic</vt:lpstr>
      <vt:lpstr>Segoe UI</vt:lpstr>
      <vt:lpstr>Wingdings</vt:lpstr>
      <vt:lpstr>Wingdings 3</vt:lpstr>
      <vt:lpstr>Espiral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JC SG</dc:creator>
  <cp:lastModifiedBy>JC SG</cp:lastModifiedBy>
  <cp:revision>18</cp:revision>
  <dcterms:created xsi:type="dcterms:W3CDTF">2025-12-08T15:51:29Z</dcterms:created>
  <dcterms:modified xsi:type="dcterms:W3CDTF">2025-12-09T21:03:56Z</dcterms:modified>
</cp:coreProperties>
</file>